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7.xml" ContentType="application/vnd.openxmlformats-officedocument.them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8.xml" ContentType="application/vnd.openxmlformats-officedocument.them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9.xml" ContentType="application/vnd.openxmlformats-officedocument.them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0.xml" ContentType="application/vnd.openxmlformats-officedocument.them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heme/theme11.xml" ContentType="application/vnd.openxmlformats-officedocument.theme+xml"/>
  <Override PartName="/ppt/tags/tag16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7" r:id="rId3"/>
    <p:sldMasterId id="2147483782" r:id="rId4"/>
    <p:sldMasterId id="2147483880" r:id="rId5"/>
    <p:sldMasterId id="2147483886" r:id="rId6"/>
    <p:sldMasterId id="2147483943" r:id="rId7"/>
    <p:sldMasterId id="2147484052" r:id="rId8"/>
    <p:sldMasterId id="2147484020" r:id="rId9"/>
    <p:sldMasterId id="2147484077" r:id="rId10"/>
    <p:sldMasterId id="2147484102" r:id="rId11"/>
    <p:sldMasterId id="2147484124" r:id="rId12"/>
  </p:sldMasterIdLst>
  <p:notesMasterIdLst>
    <p:notesMasterId r:id="rId24"/>
  </p:notesMasterIdLst>
  <p:sldIdLst>
    <p:sldId id="2147477594" r:id="rId13"/>
    <p:sldId id="2147477588" r:id="rId14"/>
    <p:sldId id="286" r:id="rId15"/>
    <p:sldId id="2147477589" r:id="rId16"/>
    <p:sldId id="289" r:id="rId17"/>
    <p:sldId id="290" r:id="rId18"/>
    <p:sldId id="297" r:id="rId19"/>
    <p:sldId id="276" r:id="rId20"/>
    <p:sldId id="2147477591" r:id="rId21"/>
    <p:sldId id="2147477592" r:id="rId22"/>
    <p:sldId id="2147477593" r:id="rId23"/>
  </p:sldIdLst>
  <p:sldSz cx="12192000" cy="6858000"/>
  <p:notesSz cx="6858000" cy="9144000"/>
  <p:custDataLst>
    <p:tags r:id="rId2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AC3762-95FF-4CEE-9D70-5073E08CE180}">
          <p14:sldIdLst>
            <p14:sldId id="2147477594"/>
            <p14:sldId id="2147477588"/>
            <p14:sldId id="286"/>
            <p14:sldId id="2147477589"/>
            <p14:sldId id="289"/>
            <p14:sldId id="290"/>
            <p14:sldId id="297"/>
            <p14:sldId id="276"/>
            <p14:sldId id="2147477591"/>
            <p14:sldId id="2147477592"/>
            <p14:sldId id="2147477593"/>
          </p14:sldIdLst>
        </p14:section>
        <p14:section name="Appendix" id="{55A7F136-D90A-461E-8D33-8FD886615401}">
          <p14:sldIdLst/>
        </p14:section>
        <p14:section name="old" id="{DB808D2F-B8D0-406B-83A3-00A9C3390C72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555B711-7587-8D54-1C36-B8567E66380D}" name="Davor Vukovic" initials="DV" userId="S::davor.vukovic@avanade.com::d4cbaa60-b778-494c-b599-93252ef4fb6e" providerId="AD"/>
  <p188:author id="{AA61CD11-5D3A-FE0E-DC62-41C82ECC9444}" name="Lurger, Martin" initials="ML" userId="S::martin.lurger@accenture.com::e03c2ff9-4c7c-4625-ab4f-15e22320efaf" providerId="AD"/>
  <p188:author id="{817B8E18-11F1-FA06-6A33-1D0FE9ACCC66}" name="Garcia, Denis" initials="DG" userId="S::denis.garcia.fischer@accenture.com::21e8e884-3d36-4b5c-93c8-da6d9ae9bfa5" providerId="AD"/>
  <p188:author id="{A2B9AD1D-DE86-C2A8-0693-E08DD415460A}" name="Lahmann, Pablo" initials="PL" userId="S::pablo.lahmann@accenture.com::76cd55c1-d5d4-44f9-bd69-ca949bab0264" providerId="AD"/>
  <p188:author id="{3481F51E-934B-A962-5EA1-70FBD62DC08D}" name="Mueller, Nils" initials="MN" userId="S::nils.mueller@accenture.com::e9b58047-0c4e-4c96-b13b-f97bcdcb5e1b" providerId="AD"/>
  <p188:author id="{A3A68720-B55D-CB98-153D-D2CFA2D7FD10}" name="Geipel, Thomas" initials="TG" userId="S::thomas.geipel@accenture.com::7be2aff3-98b7-4e91-ab04-ad54fed2e380" providerId="AD"/>
  <p188:author id="{6637E928-EB94-88E4-18CF-F0CCAF3EFCE3}" name="Wöbking, Michael" initials="WM" userId="S::michael.woebking@accenture.com::42b0f3d0-ba6a-49d4-ab21-b9e2adbf047c" providerId="AD"/>
  <p188:author id="{8B475F29-F77A-A0CA-FB01-E9E2DCC11A33}" name="Sabova, Simona" initials="SS" userId="S::simona.sabova@accenture.com::ec029c15-3f3b-481e-8ba7-719de1313562" providerId="AD"/>
  <p188:author id="{BFBDF32B-B97E-373D-4DAF-2C2AB44EAB99}" name="Saller, Christophe" initials="CS" userId="S::c.saller@accenture.com::fff74235-9f32-4eda-8077-0750487def08" providerId="AD"/>
  <p188:author id="{17951B2C-D13E-90D0-1162-003C397A0466}" name="Manassen, Maurice" initials="MM" userId="S::maurice.manassen@accenture.com::b0b5fdba-127f-4f4c-b618-5990972397c7" providerId="AD"/>
  <p188:author id="{1A2A762C-E250-EA3B-95BC-7A9AB8BA0B8F}" name="Trost, Uwe" initials="UT" userId="S::uwe.trost@accenture.com::6aa706a0-4d0f-4582-b00d-46e3e6a9fb5d" providerId="AD"/>
  <p188:author id="{78568F2C-CB5F-0927-75F2-4ECA4A6B7F17}" name="Merget, Marcel" initials="MM" userId="S::marcel.merget@accenture.com::8cc7dc94-78d0-446b-b4cc-4bb3b654ad78" providerId="AD"/>
  <p188:author id="{1BC8692F-51B5-4403-65EE-D635CB6A9883}" name="Garces, David" initials="DG" userId="S::david.garces@accenture.com::69ca7f69-4dbd-4de4-8558-d18ac2cf07fa" providerId="AD"/>
  <p188:author id="{31231031-1B10-67E3-535A-8CBD882ED3DD}" name="Kreimer, Christian" initials="CK" userId="S::christian.kreimer@accenture.com::c2073b51-2bda-4f2a-a558-14a8a597ee64" providerId="AD"/>
  <p188:author id="{E2AB3C39-9850-AC42-9505-9689DC50DE47}" name="Rovers, Nina" initials="NR" userId="S::nina.rovers@accenture.com::abb96075-caa6-4fe4-9111-2ea5f82df800" providerId="AD"/>
  <p188:author id="{96C9AF4C-9E4F-0946-9556-4FF6662B8163}" name="Bultmann, Paul -." initials="PB" userId="S::paul.bultmann@accenture.com::382aecb6-a9b3-442b-bd81-64ff0821eaa9" providerId="AD"/>
  <p188:author id="{450F9E52-D2E5-CFEA-CC1E-B53E79711AC7}" name="Maier, Thorsten A." initials="MT" userId="S::thorsten.a.maier@accenture.com::99273781-0ef1-443f-8724-f6d8da941256" providerId="AD"/>
  <p188:author id="{93C3CA57-4AF7-98BD-36B5-6D5B57838541}" name="Kontor, Nicole" initials="KN" userId="S::nicole.kontor@accenture.com::fa02b4fc-3364-49c4-8352-f05270fc5110" providerId="AD"/>
  <p188:author id="{A1E7FC57-73A5-45CD-52F6-46E41293702F}" name="Dell Antonio, Luca" initials="LD" userId="S::luca.dell.antonio@accenture.com::281267a6-73c5-422f-b489-9d024315f031" providerId="AD"/>
  <p188:author id="{D2D0745A-139C-AEA8-1429-CB0C8FAA8E3B}" name="Koch, Vanessa" initials="VK" userId="S::vanessa.koch@accenture.com::4182c8c8-7847-4560-a199-844b46c9f2b8" providerId="AD"/>
  <p188:author id="{630DAD64-9878-FA3E-80E5-2645AFF96186}" name="Kölbl, Lukas" initials="KL" userId="S::lukas.koelbl@accenture.com::c6e41ce4-ce6c-422b-8852-19b3e194f824" providerId="AD"/>
  <p188:author id="{1DD4786F-40D4-12D4-24D4-54520A1B0B3E}" name="Ramzanpour, Ramona" initials="RR" userId="S::ramona.ramzanpour@accenture.com::da434c17-d218-4ffc-8d3b-4624f8ccccd8" providerId="AD"/>
  <p188:author id="{2896D273-04B6-12EB-716D-718B18E482B7}" name="Mühlbauer, Daniel" initials="DM" userId="S::daniel.muehlbauer@accenture.com::46f8f6c4-6c97-4520-9780-1686bb39c6b6" providerId="AD"/>
  <p188:author id="{6FFAA075-E2E6-16C5-06F0-76B0989EBB90}" name="Sternberg, Rainer" initials="SR" userId="S::rainer.sternberg@accenture.com::dd7dbcff-8292-4405-9905-deb10ee26680" providerId="AD"/>
  <p188:author id="{7085198B-6A26-C517-A481-7B57438E8847}" name="Willner, Maximilian" initials="MW" userId="S::maximilian.willner@accenture.com::9c3d1da5-4cf4-43ec-b719-a476af659af9" providerId="AD"/>
  <p188:author id="{E1FB938D-1FD1-32F5-02E8-9036E6B909F3}" name="Laut, Christine" initials="LC" userId="S::christine.laut@accenture.com::816940cd-a1d5-4d8d-8f9d-c709d3539445" providerId="AD"/>
  <p188:author id="{62EA5493-FA04-819D-8139-DDC2E4A4C58F}" name="Aberkane, Nabil" initials="NA" userId="S::n.aberkane@accenture.com::87b3caf8-153a-461a-a3f2-5ea12c0dd4ed" providerId="AD"/>
  <p188:author id="{523D1E96-42B8-C53B-8637-9F95BB81915C}" name="Jayawant, Vaibhav" initials="VJ" userId="S::vaibhav.jayawant@accenture.com::20263e9e-2553-4be4-a342-c8fa5b8a11a3" providerId="AD"/>
  <p188:author id="{4C117397-224B-429D-0B09-635C9854EE7C}" name="Ludwichowski, Tobias" initials="TL" userId="S::tobias.ludwichowski@accenture.com::284503ca-4f5b-4c36-b472-7129355ef594" providerId="AD"/>
  <p188:author id="{14E1B0A4-F417-C99F-507F-3E76BBD02DAC}" name="Niggebaum, Jens" initials="JN" userId="S::jens.niggebaum@accenture.com::6ecf554e-9175-4614-8afb-edaaa2d3f103" providerId="AD"/>
  <p188:author id="{3F2B20A7-5114-591C-3DD3-32D8D89EE72D}" name="Wieland, Christian" initials="CW" userId="S::christian.wieland@accenture.com::a56bb0f8-a69d-4aaf-8944-0cfcba0841d5" providerId="AD"/>
  <p188:author id="{798886AA-9D34-4933-ECAA-C822390778FE}" name="Eberlein, Jonas" initials="JE" userId="S::jonas.eberlein@accenture.com::ef3a172f-49be-4105-a4ac-2c445e4225ba" providerId="AD"/>
  <p188:author id="{9A77CEAA-E057-CF7A-0BEF-FC77C05E2BEB}" name="Weissmann, Moritz" initials="MW" userId="S::moritz.weissmann@accenture.com::f4750af5-56a6-4b04-9611-2beccab89be1" providerId="AD"/>
  <p188:author id="{98795FB5-A039-61F2-2993-2935312786CC}" name="Kratel, Christian" initials="CK" userId="S::christian.kratel@accenture.com::cc37661e-7b76-4895-87c2-a022b8b80dfa" providerId="AD"/>
  <p188:author id="{B91E8EC5-2D5E-1A9B-1FD4-85AB90E20AA7}" name="Poku, Esther Serwaa" initials="EP" userId="S::esther.serwaa.poku@accenture.com::4664d6ce-8920-4f0e-b090-bbdc1cd5bc1e" providerId="AD"/>
  <p188:author id="{9D9C0BCC-E347-5F2C-6C3A-4B882D317FCF}" name="Niemann, Jens" initials="JN" userId="S::jens.niemann@accenture.com::2877562a-c789-4917-a84b-8f20142dbc06" providerId="AD"/>
  <p188:author id="{AC2977CD-5BC3-6113-1151-F657211574AC}" name="Kreis, Christian" initials="CK" userId="S::christian.kreis@accenture.com::804f3d39-f5ea-479a-96f8-444691ef222a" providerId="AD"/>
  <p188:author id="{4BFD5DCE-87A8-77FF-967F-009D89683223}" name="Terfehr, Lena" initials="LT" userId="S::lena.terfehr@accenture.com::4a29708b-f154-493b-86f1-f9dd147dd728" providerId="AD"/>
  <p188:author id="{119451DA-BE0C-344C-7079-30B789D15AF6}" name="Anderson Franssatto" initials="AF" userId="S::a.franssatto@avanade.com::52264b41-4138-4376-b7b7-317800cb61c0" providerId="AD"/>
  <p188:author id="{56FA06DC-CA07-EF6F-775F-97B052DC917D}" name="Manthe, Sven" initials="SM" userId="S::sven.manthe@accenture.com::53cd9e7a-2664-4b22-b99f-b7bec86aeb7f" providerId="AD"/>
  <p188:author id="{BB09A5E4-45E9-CE8F-3E86-BD4123170A3A}" name="Heinemann, Felix" initials="FH" userId="S::felix.heinemann@accenture.com::c1d60afc-8e25-4e97-80b0-8f95e885c997" providerId="AD"/>
  <p188:author id="{8186FAE5-F5A8-2FA9-1790-AF6D77F87A00}" name="Kratt, Danny" initials="" userId="S::danny.kratt@accenture.com::3487199c-e8af-4c77-b0c1-51715d515563" providerId="AD"/>
  <p188:author id="{738D8FEC-F9A3-CD9A-F525-0C7512920B05}" name="Freudenstein, Patrick" initials="FP" userId="S::patrick.freudenstein@accenture.com::533274d8-4bb0-474e-883d-54f747986b68" providerId="AD"/>
  <p188:author id="{2B93E3F5-8FBB-8BE4-4878-CBBD69E2CD76}" name="Staab, Julia" initials="JS" userId="S::julia.staab@accenture.com::72a01860-3117-4ea9-9389-e5431536d662" providerId="AD"/>
  <p188:author id="{873974F6-742B-2E61-0A25-C3F95C2F378B}" name="Häfner, Nadine" initials="NH" userId="S::nadine.haefner@accenture.com::60b28a97-3b9a-46cc-91c9-f3cc03eb3c23" providerId="AD"/>
  <p188:author id="{A7560CFF-E84D-6FE2-FE16-BF92731C10AF}" name="Salomon, Christian" initials="CS" userId="S::christian.salomon@accenture.com::4d30eeee-4afc-45fa-849f-305ba05e1b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7C12"/>
    <a:srgbClr val="33520C"/>
    <a:srgbClr val="FFFFCC"/>
    <a:srgbClr val="FFFFFF"/>
    <a:srgbClr val="006729"/>
    <a:srgbClr val="65A518"/>
    <a:srgbClr val="A5E757"/>
    <a:srgbClr val="000000"/>
    <a:srgbClr val="E1F7C7"/>
    <a:srgbClr val="4692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43051B-17CB-9B40-9F75-73E43783C4EF}" v="1" dt="2026-05-18T02:59:49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94684"/>
  </p:normalViewPr>
  <p:slideViewPr>
    <p:cSldViewPr snapToGrid="0">
      <p:cViewPr varScale="1">
        <p:scale>
          <a:sx n="144" d="100"/>
          <a:sy n="144" d="100"/>
        </p:scale>
        <p:origin x="216" y="2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5.xml"/><Relationship Id="rId12" Type="http://schemas.openxmlformats.org/officeDocument/2006/relationships/slideMaster" Target="slideMasters/slideMaster10.xml"/><Relationship Id="rId17" Type="http://schemas.openxmlformats.org/officeDocument/2006/relationships/slide" Target="slides/slide5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Master" Target="slideMasters/slideMaster9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8.xml"/><Relationship Id="rId19" Type="http://schemas.openxmlformats.org/officeDocument/2006/relationships/slide" Target="slides/slide7.xml"/><Relationship Id="rId31" Type="http://schemas.microsoft.com/office/2018/10/relationships/authors" Target="authors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952C6A-0AB8-44BB-822E-41E7A70EDDD5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CA111DBD-A7AD-4947-9425-7B85FD7A3D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5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B1FB1-97E4-C04D-A3D0-D22AB2B547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22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B1FB1-97E4-C04D-A3D0-D22AB2B547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96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C4B9-A48B-CB21-4D03-862694A8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295C0-3B93-2D28-2269-00BAFBDE9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82DCD-C268-C27B-E268-087BBB035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3656A-600D-C0AD-60F2-55D708B2E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B1FB1-97E4-C04D-A3D0-D22AB2B547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41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32D4-F457-3871-278F-96944C59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F0BFE-F111-181D-2F55-1386EB8BD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4ED3F-7FC9-0637-D288-5AA581CD4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05AF-00B9-E9DE-1C6F-032DDA615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B1FB1-97E4-C04D-A3D0-D22AB2B547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09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8A1F-A68E-D8CE-3DA4-2AF74027C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06852-1027-1C51-29EF-FA494330E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E19D5-9089-F203-DFC9-F72AFC0A3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3326D-FA02-AED0-93CC-C1770BB84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B1FB1-97E4-C04D-A3D0-D22AB2B547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9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sv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sv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10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10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1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14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8.bin"/><Relationship Id="rId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4" Type="http://schemas.openxmlformats.org/officeDocument/2006/relationships/image" Target="../media/image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Relationship Id="rId4" Type="http://schemas.openxmlformats.org/officeDocument/2006/relationships/image" Target="../media/image2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Relationship Id="rId4" Type="http://schemas.openxmlformats.org/officeDocument/2006/relationships/image" Target="../media/image2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hyperlink" Target="https://myasg.accenture.com/site/assets/files/148369/cv_template_accenture_version_september2020.pptx" TargetMode="External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5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hyperlink" Target="https://myasg.accenture.com/site/assets/files/148369/cv_template_accenture_version_september2020.pptx" TargetMode="External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Relationship Id="rId4" Type="http://schemas.openxmlformats.org/officeDocument/2006/relationships/image" Target="../media/image2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9.xml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0.xml"/><Relationship Id="rId4" Type="http://schemas.openxmlformats.org/officeDocument/2006/relationships/image" Target="../media/image3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45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Relationship Id="rId4" Type="http://schemas.openxmlformats.org/officeDocument/2006/relationships/image" Target="../media/image31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Relationship Id="rId4" Type="http://schemas.openxmlformats.org/officeDocument/2006/relationships/image" Target="../media/image33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Relationship Id="rId4" Type="http://schemas.openxmlformats.org/officeDocument/2006/relationships/image" Target="../media/image33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Relationship Id="rId4" Type="http://schemas.openxmlformats.org/officeDocument/2006/relationships/image" Target="../media/image33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Relationship Id="rId4" Type="http://schemas.openxmlformats.org/officeDocument/2006/relationships/image" Target="../media/image33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5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3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35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5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6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13.emf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38.jpe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9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0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39.jpe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1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2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40.jpe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36.jpe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40.jpe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36.jpe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40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36.jpe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66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44.sv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90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2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38.jpe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69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0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97.xml"/><Relationship Id="rId4" Type="http://schemas.openxmlformats.org/officeDocument/2006/relationships/image" Target="../media/image2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98.xml"/><Relationship Id="rId4" Type="http://schemas.openxmlformats.org/officeDocument/2006/relationships/image" Target="../media/image2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45.jpe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3.bin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7" Type="http://schemas.openxmlformats.org/officeDocument/2006/relationships/image" Target="../media/image47.sv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2.xml"/><Relationship Id="rId6" Type="http://schemas.microsoft.com/office/2007/relationships/hdphoto" Target="../media/hdphoto1.wdp"/><Relationship Id="rId5" Type="http://schemas.openxmlformats.org/officeDocument/2006/relationships/image" Target="../media/image46.png"/><Relationship Id="rId4" Type="http://schemas.openxmlformats.org/officeDocument/2006/relationships/image" Target="../media/image5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3.xml"/><Relationship Id="rId4" Type="http://schemas.openxmlformats.org/officeDocument/2006/relationships/image" Target="../media/image5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7" Type="http://schemas.openxmlformats.org/officeDocument/2006/relationships/image" Target="../media/image48.sv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4.xml"/><Relationship Id="rId6" Type="http://schemas.microsoft.com/office/2007/relationships/hdphoto" Target="../media/hdphoto1.wdp"/><Relationship Id="rId5" Type="http://schemas.openxmlformats.org/officeDocument/2006/relationships/image" Target="../media/image46.png"/><Relationship Id="rId4" Type="http://schemas.openxmlformats.org/officeDocument/2006/relationships/image" Target="../media/image5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5.xml"/><Relationship Id="rId4" Type="http://schemas.openxmlformats.org/officeDocument/2006/relationships/image" Target="../media/image5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6.xml"/><Relationship Id="rId4" Type="http://schemas.openxmlformats.org/officeDocument/2006/relationships/image" Target="../media/image5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7.xml"/><Relationship Id="rId5" Type="http://schemas.openxmlformats.org/officeDocument/2006/relationships/image" Target="../media/image49.svg"/><Relationship Id="rId4" Type="http://schemas.openxmlformats.org/officeDocument/2006/relationships/image" Target="../media/image5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8.xml"/><Relationship Id="rId5" Type="http://schemas.openxmlformats.org/officeDocument/2006/relationships/image" Target="../media/image49.svg"/><Relationship Id="rId4" Type="http://schemas.openxmlformats.org/officeDocument/2006/relationships/image" Target="../media/image2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09.xml"/><Relationship Id="rId4" Type="http://schemas.openxmlformats.org/officeDocument/2006/relationships/image" Target="../media/image5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0.xml"/><Relationship Id="rId4" Type="http://schemas.openxmlformats.org/officeDocument/2006/relationships/image" Target="../media/image5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1.xml"/><Relationship Id="rId4" Type="http://schemas.openxmlformats.org/officeDocument/2006/relationships/image" Target="../media/image5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2.xml"/><Relationship Id="rId4" Type="http://schemas.openxmlformats.org/officeDocument/2006/relationships/image" Target="../media/image5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3.xml"/><Relationship Id="rId4" Type="http://schemas.openxmlformats.org/officeDocument/2006/relationships/image" Target="../media/image5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4.xml"/><Relationship Id="rId4" Type="http://schemas.openxmlformats.org/officeDocument/2006/relationships/image" Target="../media/image5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5.xml"/><Relationship Id="rId4" Type="http://schemas.openxmlformats.org/officeDocument/2006/relationships/image" Target="../media/image5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6.xml"/><Relationship Id="rId4" Type="http://schemas.openxmlformats.org/officeDocument/2006/relationships/image" Target="../media/image5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7.xml"/><Relationship Id="rId4" Type="http://schemas.openxmlformats.org/officeDocument/2006/relationships/image" Target="../media/image5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8.xml"/><Relationship Id="rId4" Type="http://schemas.openxmlformats.org/officeDocument/2006/relationships/image" Target="../media/image5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19.xml"/><Relationship Id="rId4" Type="http://schemas.openxmlformats.org/officeDocument/2006/relationships/image" Target="../media/image2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0.xml"/><Relationship Id="rId4" Type="http://schemas.openxmlformats.org/officeDocument/2006/relationships/image" Target="../media/image2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1.xml"/><Relationship Id="rId4" Type="http://schemas.openxmlformats.org/officeDocument/2006/relationships/image" Target="../media/image2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2.xml"/><Relationship Id="rId4" Type="http://schemas.openxmlformats.org/officeDocument/2006/relationships/image" Target="../media/image5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3.xml"/><Relationship Id="rId4" Type="http://schemas.openxmlformats.org/officeDocument/2006/relationships/image" Target="../media/image5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4.xml"/><Relationship Id="rId4" Type="http://schemas.openxmlformats.org/officeDocument/2006/relationships/image" Target="../media/image2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5.xml"/><Relationship Id="rId4" Type="http://schemas.openxmlformats.org/officeDocument/2006/relationships/image" Target="../media/image2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6.xml"/><Relationship Id="rId4" Type="http://schemas.openxmlformats.org/officeDocument/2006/relationships/image" Target="../media/image5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7.xml"/><Relationship Id="rId4" Type="http://schemas.openxmlformats.org/officeDocument/2006/relationships/image" Target="../media/image2.emf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28.xml"/><Relationship Id="rId6" Type="http://schemas.openxmlformats.org/officeDocument/2006/relationships/image" Target="../media/image47.svg"/><Relationship Id="rId5" Type="http://schemas.openxmlformats.org/officeDocument/2006/relationships/image" Target="../media/image50.png"/><Relationship Id="rId4" Type="http://schemas.openxmlformats.org/officeDocument/2006/relationships/image" Target="../media/image2.emf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0.xml"/><Relationship Id="rId4" Type="http://schemas.openxmlformats.org/officeDocument/2006/relationships/image" Target="../media/image53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1.xml"/><Relationship Id="rId4" Type="http://schemas.openxmlformats.org/officeDocument/2006/relationships/image" Target="../media/image2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2.xml"/><Relationship Id="rId4" Type="http://schemas.openxmlformats.org/officeDocument/2006/relationships/image" Target="../media/image2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3.xml"/><Relationship Id="rId4" Type="http://schemas.openxmlformats.org/officeDocument/2006/relationships/image" Target="../media/image2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4.xml"/><Relationship Id="rId4" Type="http://schemas.openxmlformats.org/officeDocument/2006/relationships/image" Target="../media/image2.emf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5.xml"/><Relationship Id="rId5" Type="http://schemas.openxmlformats.org/officeDocument/2006/relationships/image" Target="../media/image54.jpeg"/><Relationship Id="rId4" Type="http://schemas.openxmlformats.org/officeDocument/2006/relationships/image" Target="../media/image2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6.xml"/><Relationship Id="rId4" Type="http://schemas.openxmlformats.org/officeDocument/2006/relationships/image" Target="../media/image2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7.xml"/><Relationship Id="rId5" Type="http://schemas.openxmlformats.org/officeDocument/2006/relationships/image" Target="../media/image55.png"/><Relationship Id="rId4" Type="http://schemas.openxmlformats.org/officeDocument/2006/relationships/image" Target="../media/image5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38.xml"/><Relationship Id="rId4" Type="http://schemas.openxmlformats.org/officeDocument/2006/relationships/image" Target="../media/image2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112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41.xml"/><Relationship Id="rId6" Type="http://schemas.openxmlformats.org/officeDocument/2006/relationships/image" Target="../media/image57.svg"/><Relationship Id="rId5" Type="http://schemas.openxmlformats.org/officeDocument/2006/relationships/image" Target="../media/image56.jpeg"/><Relationship Id="rId4" Type="http://schemas.openxmlformats.org/officeDocument/2006/relationships/image" Target="../media/image2.emf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42.xml"/><Relationship Id="rId4" Type="http://schemas.openxmlformats.org/officeDocument/2006/relationships/image" Target="../media/image31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43.xml"/><Relationship Id="rId5" Type="http://schemas.openxmlformats.org/officeDocument/2006/relationships/image" Target="../media/image58.svg"/><Relationship Id="rId4" Type="http://schemas.openxmlformats.org/officeDocument/2006/relationships/image" Target="../media/image2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146.xml"/><Relationship Id="rId4" Type="http://schemas.openxmlformats.org/officeDocument/2006/relationships/image" Target="../media/image2.emf"/></Relationships>
</file>

<file path=ppt/slideLayouts/_rels/slideLayout1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10" Type="http://schemas.openxmlformats.org/officeDocument/2006/relationships/image" Target="../media/image13.emf"/><Relationship Id="rId4" Type="http://schemas.openxmlformats.org/officeDocument/2006/relationships/tags" Target="../tags/tag150.xml"/><Relationship Id="rId9" Type="http://schemas.openxmlformats.org/officeDocument/2006/relationships/oleObject" Target="../embeddings/oleObject118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56.xml"/><Relationship Id="rId6" Type="http://schemas.openxmlformats.org/officeDocument/2006/relationships/image" Target="../media/image60.png"/><Relationship Id="rId5" Type="http://schemas.openxmlformats.org/officeDocument/2006/relationships/image" Target="../media/image59.jpeg"/><Relationship Id="rId4" Type="http://schemas.openxmlformats.org/officeDocument/2006/relationships/image" Target="../media/image2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57.xml"/><Relationship Id="rId4" Type="http://schemas.openxmlformats.org/officeDocument/2006/relationships/image" Target="../media/image6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2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3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62.xml"/><Relationship Id="rId4" Type="http://schemas.openxmlformats.org/officeDocument/2006/relationships/image" Target="../media/image6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63.xml"/><Relationship Id="rId4" Type="http://schemas.openxmlformats.org/officeDocument/2006/relationships/image" Target="../media/image61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64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8C6ED54-26B3-D293-1871-DB371B1F9A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43620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6ED54-26B3-D293-1871-DB371B1F9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0C7C8F4-C477-0F1B-8B16-CC6878FEE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231"/>
            <a:ext cx="11430001" cy="381000"/>
          </a:xfrm>
          <a:prstGeom prst="rect">
            <a:avLst/>
          </a:prstGeom>
        </p:spPr>
        <p:txBody>
          <a:bodyPr vert="horz" lIns="0"/>
          <a:lstStyle>
            <a:lvl1pPr rtl="0">
              <a:defRPr sz="2400" b="1"/>
            </a:lvl1pPr>
          </a:lstStyle>
          <a:p>
            <a:r>
              <a:rPr lang="en-US"/>
              <a:t>Title Here (One Line)</a:t>
            </a:r>
          </a:p>
        </p:txBody>
      </p:sp>
      <p:sp>
        <p:nvSpPr>
          <p:cNvPr id="5" name="GTS_Purple" descr="Accenture Greater Than symbol in purple">
            <a:extLst>
              <a:ext uri="{FF2B5EF4-FFF2-40B4-BE49-F238E27FC236}">
                <a16:creationId xmlns:a16="http://schemas.microsoft.com/office/drawing/2014/main" id="{1939791B-9F73-E561-3286-3E9636CB6BC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99767" y="6505692"/>
            <a:ext cx="165163" cy="183319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>
              <a:sym typeface="Neue Haas Grotesk Tex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8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F4DCD89-DCEE-D7B0-8218-7056EB4462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50870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4DCD89-DCEE-D7B0-8218-7056EB4462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0C7C8F4-C477-0F1B-8B16-CC6878FEE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231"/>
            <a:ext cx="11430001" cy="381000"/>
          </a:xfrm>
          <a:prstGeom prst="rect">
            <a:avLst/>
          </a:prstGeom>
        </p:spPr>
        <p:txBody>
          <a:bodyPr vert="horz" lIns="0"/>
          <a:lstStyle>
            <a:lvl1pPr rtl="0">
              <a:defRPr sz="2400" b="1"/>
            </a:lvl1pPr>
          </a:lstStyle>
          <a:p>
            <a:r>
              <a:rPr lang="en-US"/>
              <a:t>Title Here (One Line)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FB59475-268B-37C9-8366-73DD07BA45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830597"/>
            <a:ext cx="11430000" cy="381000"/>
          </a:xfrm>
          <a:prstGeom prst="rect">
            <a:avLst/>
          </a:prstGeom>
        </p:spPr>
        <p:txBody>
          <a:bodyPr lIns="0"/>
          <a:lstStyle>
            <a:lvl1pPr marL="0" indent="0" rtl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pic>
        <p:nvPicPr>
          <p:cNvPr id="2" name="Grafik 8">
            <a:extLst>
              <a:ext uri="{FF2B5EF4-FFF2-40B4-BE49-F238E27FC236}">
                <a16:creationId xmlns:a16="http://schemas.microsoft.com/office/drawing/2014/main" id="{578E5259-FFBA-0101-0085-092233EAE8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360" y="6525344"/>
            <a:ext cx="368932" cy="148598"/>
          </a:xfrm>
          <a:prstGeom prst="rect">
            <a:avLst/>
          </a:prstGeom>
        </p:spPr>
      </p:pic>
      <p:sp>
        <p:nvSpPr>
          <p:cNvPr id="5" name="GTS_Purple" descr="Accenture Greater Than symbol in purple">
            <a:extLst>
              <a:ext uri="{FF2B5EF4-FFF2-40B4-BE49-F238E27FC236}">
                <a16:creationId xmlns:a16="http://schemas.microsoft.com/office/drawing/2014/main" id="{0B189DE8-7C7A-B89A-D5E3-15D6C3C3262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635" y="6505692"/>
            <a:ext cx="165163" cy="183319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>
              <a:sym typeface="Neue Haas Grotesk Text Pro" panose="020B05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231C2F-11E7-860F-367B-9A5F6B4E9883}"/>
              </a:ext>
            </a:extLst>
          </p:cNvPr>
          <p:cNvCxnSpPr>
            <a:cxnSpLocks/>
          </p:cNvCxnSpPr>
          <p:nvPr userDrawn="1"/>
        </p:nvCxnSpPr>
        <p:spPr>
          <a:xfrm>
            <a:off x="839416" y="6505692"/>
            <a:ext cx="0" cy="183319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09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s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77F84B3-38D7-9AF3-3123-30E9E5426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5626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84B3-38D7-9AF3-3123-30E9E5426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0C7C8F4-C477-0F1B-8B16-CC6878FEE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231"/>
            <a:ext cx="11430001" cy="664797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rtl="0">
              <a:defRPr sz="2400" b="1"/>
            </a:lvl1pPr>
          </a:lstStyle>
          <a:p>
            <a:r>
              <a:rPr lang="en-US"/>
              <a:t>Title Here </a:t>
            </a:r>
            <a:br>
              <a:rPr lang="en-US"/>
            </a:br>
            <a:r>
              <a:rPr lang="en-US"/>
              <a:t>(two Line)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FB59475-268B-37C9-8366-73DD07BA45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50620"/>
            <a:ext cx="11430000" cy="381000"/>
          </a:xfrm>
          <a:prstGeom prst="rect">
            <a:avLst/>
          </a:prstGeom>
        </p:spPr>
        <p:txBody>
          <a:bodyPr lIns="0"/>
          <a:lstStyle>
            <a:lvl1pPr marL="0" indent="0" rtl="0">
              <a:buNone/>
              <a:defRPr sz="1600">
                <a:solidFill>
                  <a:srgbClr val="66943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pic>
        <p:nvPicPr>
          <p:cNvPr id="2" name="Grafik 8">
            <a:extLst>
              <a:ext uri="{FF2B5EF4-FFF2-40B4-BE49-F238E27FC236}">
                <a16:creationId xmlns:a16="http://schemas.microsoft.com/office/drawing/2014/main" id="{6CCD5240-B5B9-9259-7565-44088ECE20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360" y="6525344"/>
            <a:ext cx="368932" cy="148598"/>
          </a:xfrm>
          <a:prstGeom prst="rect">
            <a:avLst/>
          </a:prstGeom>
        </p:spPr>
      </p:pic>
      <p:sp>
        <p:nvSpPr>
          <p:cNvPr id="5" name="GTS_Purple" descr="Accenture Greater Than symbol in purple">
            <a:extLst>
              <a:ext uri="{FF2B5EF4-FFF2-40B4-BE49-F238E27FC236}">
                <a16:creationId xmlns:a16="http://schemas.microsoft.com/office/drawing/2014/main" id="{1D50EE40-827B-CF93-72E4-15058072F1A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635" y="6505692"/>
            <a:ext cx="165163" cy="183319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>
              <a:sym typeface="Neue Haas Grotesk Text Pro" panose="020B05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117199-738A-A753-ECE4-8732BE817330}"/>
              </a:ext>
            </a:extLst>
          </p:cNvPr>
          <p:cNvCxnSpPr>
            <a:cxnSpLocks/>
          </p:cNvCxnSpPr>
          <p:nvPr userDrawn="1"/>
        </p:nvCxnSpPr>
        <p:spPr>
          <a:xfrm>
            <a:off x="839416" y="6505692"/>
            <a:ext cx="0" cy="183319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2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27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21A2371-77A2-5420-D5AB-2A4591ECFB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6887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1A2371-77A2-5420-D5AB-2A4591ECFB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 rtl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25310"/>
          </a:xfrm>
        </p:spPr>
        <p:txBody>
          <a:bodyPr/>
          <a:lstStyle>
            <a:lvl1pPr rtl="0">
              <a:spcAft>
                <a:spcPts val="600"/>
              </a:spcAft>
              <a:defRPr sz="1800"/>
            </a:lvl1pPr>
            <a:lvl2pPr rtl="0">
              <a:spcAft>
                <a:spcPts val="600"/>
              </a:spcAft>
              <a:defRPr sz="1800"/>
            </a:lvl2pPr>
            <a:lvl3pPr rtl="0">
              <a:spcAft>
                <a:spcPts val="600"/>
              </a:spcAft>
              <a:defRPr sz="1800"/>
            </a:lvl3pPr>
            <a:lvl4pPr rtl="0">
              <a:spcAft>
                <a:spcPts val="600"/>
              </a:spcAft>
              <a:defRPr sz="1600"/>
            </a:lvl4pPr>
            <a:lvl5pPr rtl="0">
              <a:spcAft>
                <a:spcPts val="600"/>
              </a:spcAft>
              <a:defRPr sz="1600"/>
            </a:lvl5pPr>
            <a:lvl6pPr rtl="0"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 rtl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 rtl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25310"/>
          </a:xfrm>
        </p:spPr>
        <p:txBody>
          <a:bodyPr/>
          <a:lstStyle>
            <a:lvl1pPr rtl="0">
              <a:spcAft>
                <a:spcPts val="600"/>
              </a:spcAft>
              <a:defRPr sz="1800"/>
            </a:lvl1pPr>
            <a:lvl2pPr rtl="0">
              <a:spcAft>
                <a:spcPts val="600"/>
              </a:spcAft>
              <a:defRPr sz="1800"/>
            </a:lvl2pPr>
            <a:lvl3pPr rtl="0">
              <a:spcAft>
                <a:spcPts val="600"/>
              </a:spcAft>
              <a:defRPr sz="1800"/>
            </a:lvl3pPr>
            <a:lvl4pPr rtl="0">
              <a:spcAft>
                <a:spcPts val="600"/>
              </a:spcAft>
              <a:defRPr sz="1600"/>
            </a:lvl4pPr>
            <a:lvl5pPr rtl="0">
              <a:spcAft>
                <a:spcPts val="600"/>
              </a:spcAft>
              <a:defRPr sz="1600"/>
            </a:lvl5pPr>
            <a:lvl6pPr rtl="0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 rtl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 rtl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25310"/>
          </a:xfrm>
        </p:spPr>
        <p:txBody>
          <a:bodyPr/>
          <a:lstStyle>
            <a:lvl1pPr rtl="0">
              <a:spcAft>
                <a:spcPts val="600"/>
              </a:spcAft>
              <a:defRPr sz="1800"/>
            </a:lvl1pPr>
            <a:lvl2pPr rtl="0">
              <a:spcAft>
                <a:spcPts val="600"/>
              </a:spcAft>
              <a:defRPr sz="1800"/>
            </a:lvl2pPr>
            <a:lvl3pPr rtl="0">
              <a:spcAft>
                <a:spcPts val="600"/>
              </a:spcAft>
              <a:defRPr sz="1800"/>
            </a:lvl3pPr>
            <a:lvl4pPr rtl="0">
              <a:spcAft>
                <a:spcPts val="600"/>
              </a:spcAft>
              <a:defRPr sz="1600"/>
            </a:lvl4pPr>
            <a:lvl5pPr rtl="0">
              <a:spcAft>
                <a:spcPts val="600"/>
              </a:spcAft>
              <a:defRPr sz="1600"/>
            </a:lvl5pPr>
            <a:lvl6pPr rtl="0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 rtl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54941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z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iekt 6" hidden="1">
            <a:extLst>
              <a:ext uri="{FF2B5EF4-FFF2-40B4-BE49-F238E27FC236}">
                <a16:creationId xmlns:a16="http://schemas.microsoft.com/office/drawing/2014/main" id="{EFD1A7E7-D38B-4EB2-A859-E932F7BA06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21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Obiekt 6" hidden="1">
                        <a:extLst>
                          <a:ext uri="{FF2B5EF4-FFF2-40B4-BE49-F238E27FC236}">
                            <a16:creationId xmlns:a16="http://schemas.microsoft.com/office/drawing/2014/main" id="{EFD1A7E7-D38B-4EB2-A859-E932F7BA06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9750BA6-3BD3-43D4-92C6-A1A38869B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715000" cy="4428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Place headline here (28pt)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7D01DB-9EBF-4251-A87F-391D09060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611517"/>
            <a:ext cx="5715000" cy="4696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</p:spTree>
    <p:extLst>
      <p:ext uri="{BB962C8B-B14F-4D97-AF65-F5344CB8AC3E}">
        <p14:creationId xmlns:p14="http://schemas.microsoft.com/office/powerpoint/2010/main" val="345338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CDD37BB-3F3E-F662-0FC3-05DD080959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9832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DD37BB-3F3E-F662-0FC3-05DD080959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6826CE6-4095-42E4-A157-A3C8A204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3673A-89C6-1046-3D46-27737371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6EFAC-DC65-F430-CD84-7F470498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C0D1F2B-6FA3-41DE-878E-492CDB9DD702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27BA-36E1-0E00-E856-716F0C52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7D12-2868-ED06-63E0-203F12DF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8B463180-A87F-4740-99FD-5BE60A7EA1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703219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7" y="762000"/>
            <a:ext cx="11318883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318752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823CB2-6CFD-391D-CB61-8D2804D6B8F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solidFill>
                  <a:srgbClr val="0D0409">
                    <a:tint val="75000"/>
                  </a:srgbClr>
                </a:solidFill>
              </a:rPr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320607558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a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821938B-22C0-4158-AFA6-DFB9F7DA3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58300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821938B-22C0-4158-AFA6-DFB9F7DA3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3323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rtl="0">
              <a:defRPr sz="2400" b="1">
                <a:solidFill>
                  <a:schemeClr val="tx1"/>
                </a:solidFill>
                <a:latin typeface="Neue Haas Grotesk Text Pro" panose="020B0504020202020204" pitchFamily="34" charset="0"/>
                <a:sym typeface="Neue Haas Grotesk Text Pro" panose="020B0504020202020204" pitchFamily="34" charset="0"/>
              </a:defRPr>
            </a:lvl1pPr>
          </a:lstStyle>
          <a:p>
            <a:r>
              <a:rPr lang="en-US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26437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F307-9DED-D055-B2F9-E5DAF838B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4547776-2A8B-0930-E982-5A6E09DBA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F887FDB-5AAF-A142-BF7A-445430612A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1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01A9B18-0A67-DB42-8F70-7A94F1B80C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89883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01A9B18-0A67-DB42-8F70-7A94F1B80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0">
            <a:extLst>
              <a:ext uri="{FF2B5EF4-FFF2-40B4-BE49-F238E27FC236}">
                <a16:creationId xmlns:a16="http://schemas.microsoft.com/office/drawing/2014/main" id="{4DE7ED65-9EEF-41C8-91D1-1102AEFCE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276226"/>
          </a:xfrm>
        </p:spPr>
        <p:txBody>
          <a:bodyPr vert="horz" tIns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Tittle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C507D0-24B7-A347-8F90-45663A39BF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765175"/>
            <a:ext cx="11430000" cy="2762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cap="none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solidFill>
                  <a:srgbClr val="FF0000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 here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89E08F-33F9-48EB-B0CA-22763E5756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104EFFE3-3C89-48EF-90D7-DA3A309B8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6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4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orient="horz" pos="66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01A9B18-0A67-DB42-8F70-7A94F1B80C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651921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01A9B18-0A67-DB42-8F70-7A94F1B80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0">
            <a:extLst>
              <a:ext uri="{FF2B5EF4-FFF2-40B4-BE49-F238E27FC236}">
                <a16:creationId xmlns:a16="http://schemas.microsoft.com/office/drawing/2014/main" id="{4DE7ED65-9EEF-41C8-91D1-1102AEFCE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276226"/>
          </a:xfrm>
        </p:spPr>
        <p:txBody>
          <a:bodyPr vert="horz" tIns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Tittle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C507D0-24B7-A347-8F90-45663A39BF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071563"/>
            <a:ext cx="11430000" cy="2762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cap="none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solidFill>
                  <a:srgbClr val="FF0000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 here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89E08F-33F9-48EB-B0CA-22763E5756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104EFFE3-3C89-48EF-90D7-DA3A309B8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12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4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orient="horz" pos="6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78516AB-5E9D-D2A6-2646-BE965168D7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5755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2" imgH="398" progId="TCLayout.ActiveDocument.1">
                  <p:embed/>
                </p:oleObj>
              </mc:Choice>
              <mc:Fallback>
                <p:oleObj name="think-cell Slide" r:id="rId3" imgW="402" imgH="39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8516AB-5E9D-D2A6-2646-BE965168D7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4E9D6-E16F-9DD3-12D1-82338BAE0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104EFFE3-3C89-48EF-90D7-DA3A309B8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93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01A9B18-0A67-DB42-8F70-7A94F1B80C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841115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01A9B18-0A67-DB42-8F70-7A94F1B80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0">
            <a:extLst>
              <a:ext uri="{FF2B5EF4-FFF2-40B4-BE49-F238E27FC236}">
                <a16:creationId xmlns:a16="http://schemas.microsoft.com/office/drawing/2014/main" id="{4DE7ED65-9EEF-41C8-91D1-1102AEFCE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353292"/>
          </a:xfrm>
        </p:spPr>
        <p:txBody>
          <a:bodyPr vert="horz" lIns="0" tIns="0" rIns="0" bIns="0" rtlCol="0" anchor="t">
            <a:noAutofit/>
          </a:bodyPr>
          <a:lstStyle>
            <a:lvl1pPr rtl="0">
              <a:defRPr lang="en-US" sz="2800" b="0" cap="none" spc="-150" dirty="0">
                <a:solidFill>
                  <a:schemeClr val="tx1"/>
                </a:solidFill>
                <a:latin typeface="Graphik Light" panose="020B0403030202060203" pitchFamily="34" charset="0"/>
              </a:defRPr>
            </a:lvl1pPr>
          </a:lstStyle>
          <a:p>
            <a:pPr lvl="0" defTabSz="914400">
              <a:lnSpc>
                <a:spcPct val="80000"/>
              </a:lnSpc>
            </a:pPr>
            <a:r>
              <a:rPr lang="en-US"/>
              <a:t>Tittle Here In One Line With A Bold Message To Convey Key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94265-6C03-B74E-ABAD-3878B2D91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6332" y="6532376"/>
            <a:ext cx="304799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 rtl="0">
              <a:defRPr lang="en-US" sz="900" b="0" i="0" smtClean="0">
                <a:solidFill>
                  <a:schemeClr val="accent1"/>
                </a:solidFill>
                <a:latin typeface="Graphik Light" panose="020B0403030202060203" pitchFamily="34" charset="0"/>
              </a:defRPr>
            </a:lvl1pPr>
          </a:lstStyle>
          <a:p>
            <a:pPr defTabSz="1087106"/>
            <a:fld id="{4F9AC08D-23A9-440E-BCB9-AA1E9877CC38}" type="slidenum">
              <a:rPr lang="en-US" smtClean="0"/>
              <a:pPr defTabSz="1087106"/>
              <a:t>‹#›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C507D0-24B7-A347-8F90-45663A39BF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725419"/>
            <a:ext cx="11430000" cy="483264"/>
          </a:xfrm>
        </p:spPr>
        <p:txBody>
          <a:bodyPr lIns="0" tIns="0" rIns="0" bIns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solidFill>
                  <a:srgbClr val="FF0000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23942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4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orient="horz" pos="55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A725D2C-0702-48A0-E8A3-D7B5069267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621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725D2C-0702-48A0-E8A3-D7B5069267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9303" y="1187644"/>
            <a:ext cx="11655078" cy="226658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060966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vanade_gradient_title_only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8B20826-D342-35C9-C6C9-6B09C19107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80555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B20826-D342-35C9-C6C9-6B09C19107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C0F1608-8C29-59FD-2083-7DA7A20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8" y="152401"/>
            <a:ext cx="11206161" cy="55418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200" b="1" i="0" kern="1200" spc="0" baseline="0" dirty="0">
                <a:solidFill>
                  <a:schemeClr val="tx1"/>
                </a:solidFill>
                <a:latin typeface="Segoe UI Semibold" panose="020B0702040204020203" pitchFamily="34" charset="0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3C7F-EDB3-F98B-DBA4-DB1DD949DD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439" y="637662"/>
            <a:ext cx="11206162" cy="378227"/>
          </a:xfrm>
          <a:prstGeom prst="rect">
            <a:avLst/>
          </a:prstGeom>
        </p:spPr>
        <p:txBody>
          <a:bodyPr lIns="0" rIns="0"/>
          <a:lstStyle>
            <a:lvl1pPr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809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FBB5001-63B4-AED9-8083-6FBA1CDA36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981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B5001-63B4-AED9-8083-6FBA1CDA36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546DB1B-99CB-5524-57E1-771E0E28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88" y="457200"/>
            <a:ext cx="11200711" cy="9876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A5CB907-4D61-9CF2-381E-38378F53CC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591476"/>
            <a:ext cx="11201588" cy="4409438"/>
          </a:xfrm>
          <a:prstGeom prst="rect">
            <a:avLst/>
          </a:prstGeo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AD81BE7-DA39-7CC2-3534-B87215AA7266}"/>
              </a:ext>
            </a:extLst>
          </p:cNvPr>
          <p:cNvSpPr txBox="1">
            <a:spLocks/>
          </p:cNvSpPr>
          <p:nvPr userDrawn="1"/>
        </p:nvSpPr>
        <p:spPr>
          <a:xfrm>
            <a:off x="11219769" y="6358387"/>
            <a:ext cx="4388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3847DB54-D037-B84F-B6F1-2E8DA40D09AD}" type="slidenum">
              <a:rPr lang="en-US" sz="7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pPr algn="r" rtl="0"/>
              <a:t>‹#›</a:t>
            </a:fld>
            <a:endParaRPr lang="en-US" sz="700" b="1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99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メッセージライン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F8D7EF9-531E-8FEC-B1CB-BA18AD03AB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2200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8D7EF9-531E-8FEC-B1CB-BA18AD03A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63713" y="1164615"/>
            <a:ext cx="11256107" cy="3705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+mj-ea"/>
                <a:ea typeface="+mj-ea"/>
              </a:defRPr>
            </a:lvl1pPr>
            <a:lvl2pPr marL="301625" indent="0"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713" y="69695"/>
            <a:ext cx="11256107" cy="37056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cxnSp>
        <p:nvCxnSpPr>
          <p:cNvPr id="8" name="Straight Connector 9"/>
          <p:cNvCxnSpPr/>
          <p:nvPr userDrawn="1"/>
        </p:nvCxnSpPr>
        <p:spPr>
          <a:xfrm>
            <a:off x="379046" y="495147"/>
            <a:ext cx="0" cy="614589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3713" y="495147"/>
            <a:ext cx="11256107" cy="614589"/>
          </a:xfrm>
          <a:prstGeom prst="rect">
            <a:avLst/>
          </a:prstGeom>
        </p:spPr>
        <p:txBody>
          <a:bodyPr vert="horz" anchor="ctr"/>
          <a:lstStyle>
            <a:lvl1pPr algn="l">
              <a:defRPr sz="2800" b="1">
                <a:latin typeface="+mj-ea"/>
                <a:ea typeface="+mj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94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Layout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94A83780-3471-169F-7676-868DD665B9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9619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7" imgH="488" progId="TCLayout.ActiveDocument.1">
                  <p:embed/>
                </p:oleObj>
              </mc:Choice>
              <mc:Fallback>
                <p:oleObj name="think-cell Slide" r:id="rId3" imgW="487" imgH="488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94A83780-3471-169F-7676-868DD665B9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9750BA6-3BD3-43D4-92C6-A1A38869B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87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EEAADB-4671-465D-AE09-CF767FAB5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49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05A4B67-7A23-56CD-3E82-8C367D241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32436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5A4B67-7A23-56CD-3E82-8C367D2415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766D8-95C5-4C03-8A67-1E18D98B5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5461" y="62917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 rtl="0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endParaRPr lang="en-US">
              <a:solidFill>
                <a:srgbClr val="000000">
                  <a:alpha val="75000"/>
                </a:srgbClr>
              </a:solidFill>
              <a:latin typeface="Graphik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E0AEF0A-947A-4B80-9CB2-99EC9F0E9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64" y="546103"/>
            <a:ext cx="10834864" cy="615784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lnSpc>
                <a:spcPct val="80000"/>
              </a:lnSpc>
              <a:defRPr sz="4000" b="0" i="0" cap="none" spc="-150">
                <a:solidFill>
                  <a:schemeClr val="accent3"/>
                </a:solidFill>
                <a:latin typeface="Graphik Semibold" panose="020B0703030202060203" pitchFamily="34" charset="0"/>
              </a:defRPr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EDDEFB3-ADC8-48AA-8FB8-3C38C7F152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264" y="1185897"/>
            <a:ext cx="10834847" cy="38404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F11E57C-CE31-183E-27D3-FDD72D5D5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477002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marL="0" marR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lang="en-US" sz="800" kern="1200" noProof="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D4B038FE-983B-45CF-B274-E59E41DCE8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5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3F61FE9-0909-260B-A2EB-D4ECB078B9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10794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F61FE9-0909-260B-A2EB-D4ECB078B9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 rtl="0"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2025 Avanade.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 rtl="0"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rtl="0"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2618136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98538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DFA34E53-1AB5-450F-A846-0BCD9944EA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endParaRPr lang="en-US" sz="4000" b="1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81000" y="6407749"/>
            <a:ext cx="504000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AU" sz="900" b="0" i="0">
                <a:solidFill>
                  <a:srgbClr val="91919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defTabSz="1087106"/>
            <a:r>
              <a:rPr lang="en-US"/>
              <a:t>Copyright © 2020 Accenture. All rights reserved. Accenture Confidential and Proprietary Material </a:t>
            </a:r>
          </a:p>
        </p:txBody>
      </p:sp>
    </p:spTree>
    <p:extLst>
      <p:ext uri="{BB962C8B-B14F-4D97-AF65-F5344CB8AC3E}">
        <p14:creationId xmlns:p14="http://schemas.microsoft.com/office/powerpoint/2010/main" val="1644490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3E4DDCF-E8E4-69DE-D17D-A088C8664D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06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8" imgH="606" progId="TCLayout.ActiveDocument.1">
                  <p:embed/>
                </p:oleObj>
              </mc:Choice>
              <mc:Fallback>
                <p:oleObj name="think-cell Slide" r:id="rId3" imgW="608" imgH="6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3E4DDCF-E8E4-69DE-D17D-A088C8664D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4872" y="91946"/>
            <a:ext cx="10782000" cy="550146"/>
          </a:xfrm>
        </p:spPr>
        <p:txBody>
          <a:bodyPr vert="horz" lIns="0" tIns="45720" rIns="0" bIns="45720"/>
          <a:lstStyle>
            <a:lvl1pPr marL="0" rtl="0">
              <a:defRPr sz="3200" b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D9A08C-813E-4E34-8CBD-AFC4D9FD4739}"/>
              </a:ext>
            </a:extLst>
          </p:cNvPr>
          <p:cNvSpPr/>
          <p:nvPr userDrawn="1"/>
        </p:nvSpPr>
        <p:spPr>
          <a:xfrm>
            <a:off x="691376" y="-9145"/>
            <a:ext cx="10783229" cy="45719"/>
          </a:xfrm>
          <a:prstGeom prst="rect">
            <a:avLst/>
          </a:prstGeom>
          <a:gradFill>
            <a:gsLst>
              <a:gs pos="10000">
                <a:srgbClr val="FF5800"/>
              </a:gs>
              <a:gs pos="90000">
                <a:srgbClr val="890078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26D08-78E3-466C-9242-F2ABBF1D50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623" y="695122"/>
            <a:ext cx="10781999" cy="325493"/>
          </a:xfrm>
        </p:spPr>
        <p:txBody>
          <a:bodyPr lIns="0"/>
          <a:lstStyle>
            <a:lvl1pPr rtl="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30458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7" pos="432">
          <p15:clr>
            <a:srgbClr val="FBAE40"/>
          </p15:clr>
        </p15:guide>
        <p15:guide id="8" pos="722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3984">
          <p15:clr>
            <a:srgbClr val="FBAE40"/>
          </p15:clr>
        </p15:guide>
        <p15:guide id="11" orient="horz" pos="43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C Content tw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819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 Slide with White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17D893E-D4A6-5B09-A4E3-56F1AFD809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563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7D893E-D4A6-5B09-A4E3-56F1AFD809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05256B2-E539-4788-98C8-6569841B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02216"/>
            <a:ext cx="11201399" cy="835334"/>
          </a:xfrm>
        </p:spPr>
        <p:txBody>
          <a:bodyPr vert="horz"/>
          <a:lstStyle>
            <a:lvl1pPr algn="ctr"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252148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4C0405F-C58E-5CC5-043D-2CD59EA24F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3076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C0405F-C58E-5CC5-043D-2CD59EA24F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53EB05-BEF7-4B12-BB88-E47998811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4014"/>
            <a:ext cx="11592910" cy="990601"/>
          </a:xfrm>
        </p:spPr>
        <p:txBody>
          <a:bodyPr vert="horz">
            <a:normAutofit/>
          </a:bodyPr>
          <a:lstStyle>
            <a:lvl1pPr rtl="0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LONG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0B538-796D-495F-9B34-EFEBF02B65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Copyright © 2021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E4E5A-1818-4BD1-862D-9E5D6FBE3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4F9AC08D-23A9-440E-BCB9-AA1E9877CC38}" type="slidenum">
              <a:rPr lang="en-US" sz="1000" smtClean="0">
                <a:solidFill>
                  <a:prstClr val="white">
                    <a:lumMod val="65000"/>
                  </a:prstClr>
                </a:solidFill>
                <a:latin typeface="Graphik"/>
              </a:rPr>
              <a:pPr>
                <a:defRPr/>
              </a:pPr>
              <a:t>‹#›</a:t>
            </a:fld>
            <a:endParaRPr lang="en-US" sz="1000">
              <a:solidFill>
                <a:prstClr val="white">
                  <a:lumMod val="65000"/>
                </a:prstClr>
              </a:solidFill>
              <a:latin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4221781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FE4A0F5-B375-4871-BC26-6AEE0D259A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785225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FE4A0F5-B375-4871-BC26-6AEE0D259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502920"/>
            <a:ext cx="11430000" cy="868680"/>
          </a:xfrm>
        </p:spPr>
        <p:txBody>
          <a:bodyPr vert="horz">
            <a:noAutofit/>
          </a:bodyPr>
          <a:lstStyle>
            <a:lvl1pPr rtl="0">
              <a:defRPr sz="2250"/>
            </a:lvl1pPr>
          </a:lstStyle>
          <a:p>
            <a:r>
              <a:rPr lang="en-US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12544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9A71565-1F63-F8B0-883B-2798744B2F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35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A71565-1F63-F8B0-883B-2798744B2F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7318" y="2139704"/>
            <a:ext cx="11339774" cy="1253348"/>
          </a:xfrm>
        </p:spPr>
        <p:txBody>
          <a:bodyPr wrap="square" lIns="0" tIns="0" rIns="0" bIns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spcAft>
                <a:spcPts val="1273"/>
              </a:spcAft>
              <a:buNone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54" indent="0" rtl="0">
              <a:lnSpc>
                <a:spcPct val="90000"/>
              </a:lnSpc>
              <a:spcBef>
                <a:spcPts val="0"/>
              </a:spcBef>
              <a:spcAft>
                <a:spcPts val="1273"/>
              </a:spcAft>
              <a:buNone/>
              <a:defRPr sz="1961">
                <a:solidFill>
                  <a:srgbClr val="000000"/>
                </a:solidFill>
              </a:defRPr>
            </a:lvl2pPr>
            <a:lvl3pPr marL="448107" indent="0" rtl="0">
              <a:spcBef>
                <a:spcPts val="0"/>
              </a:spcBef>
              <a:spcAft>
                <a:spcPts val="1273"/>
              </a:spcAft>
              <a:buNone/>
              <a:defRPr sz="1961">
                <a:solidFill>
                  <a:srgbClr val="000000"/>
                </a:solidFill>
              </a:defRPr>
            </a:lvl3pPr>
            <a:lvl4pPr marL="672161" indent="0">
              <a:spcBef>
                <a:spcPts val="0"/>
              </a:spcBef>
              <a:spcAft>
                <a:spcPts val="1273"/>
              </a:spcAft>
              <a:buNone/>
              <a:defRPr sz="1961"/>
            </a:lvl4pPr>
            <a:lvl5pPr marL="896214" indent="0">
              <a:buNone/>
              <a:defRPr/>
            </a:lvl5pPr>
          </a:lstStyle>
          <a:p>
            <a:pPr lvl="0"/>
            <a:r>
              <a:rPr lang="en-US"/>
              <a:t>First level Segoe UI 26pt</a:t>
            </a:r>
          </a:p>
          <a:p>
            <a:pPr lvl="1"/>
            <a:r>
              <a:rPr lang="en-US"/>
              <a:t>Second level Segoe UI 20pt</a:t>
            </a:r>
          </a:p>
          <a:p>
            <a:pPr lvl="2"/>
            <a:r>
              <a:rPr lang="en-US"/>
              <a:t>Third level Segoe UI 20pt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6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 rtl="0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Semibold 32pt</a:t>
            </a:r>
          </a:p>
        </p:txBody>
      </p:sp>
    </p:spTree>
    <p:extLst>
      <p:ext uri="{BB962C8B-B14F-4D97-AF65-F5344CB8AC3E}">
        <p14:creationId xmlns:p14="http://schemas.microsoft.com/office/powerpoint/2010/main" val="319562165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5485A79-E464-D147-4713-4E4FD45694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4586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2" imgH="530" progId="TCLayout.ActiveDocument.1">
                  <p:embed/>
                </p:oleObj>
              </mc:Choice>
              <mc:Fallback>
                <p:oleObj name="think-cell Slide" r:id="rId5" imgW="532" imgH="53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485A79-E464-D147-4713-4E4FD45694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089BDB9-B70F-4B87-A3C1-AFE761FA68B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/>
        <p:txBody>
          <a:bodyPr/>
          <a:lstStyle>
            <a:lvl1pPr marL="0" indent="0" rtl="0">
              <a:buNone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2" name="Titel 7">
            <a:extLst>
              <a:ext uri="{FF2B5EF4-FFF2-40B4-BE49-F238E27FC236}">
                <a16:creationId xmlns:a16="http://schemas.microsoft.com/office/drawing/2014/main" id="{504B9673-B248-485B-A90A-7C5253EC8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11" name="MIO_LOGOPLACEHOLDER#Logo_16x9" hidden="1">
            <a:extLst>
              <a:ext uri="{FF2B5EF4-FFF2-40B4-BE49-F238E27FC236}">
                <a16:creationId xmlns:a16="http://schemas.microsoft.com/office/drawing/2014/main" id="{32F9D74A-FBE0-425D-9642-995123835A75}"/>
              </a:ext>
            </a:extLst>
          </p:cNvPr>
          <p:cNvSpPr/>
          <p:nvPr userDrawn="1"/>
        </p:nvSpPr>
        <p:spPr>
          <a:xfrm>
            <a:off x="10743630" y="476672"/>
            <a:ext cx="1050519" cy="430947"/>
          </a:xfrm>
          <a:prstGeom prst="rect">
            <a:avLst/>
          </a:prstGeom>
          <a:solidFill>
            <a:schemeClr val="tx1"/>
          </a:solidFill>
          <a:ln w="317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sz="1067" noProof="0">
              <a:solidFill>
                <a:srgbClr val="00B0F0"/>
              </a:solidFill>
            </a:endParaRPr>
          </a:p>
        </p:txBody>
      </p:sp>
      <p:sp>
        <p:nvSpPr>
          <p:cNvPr id="15" name="Masterfeld-Info-EN" hidden="1">
            <a:extLst>
              <a:ext uri="{FF2B5EF4-FFF2-40B4-BE49-F238E27FC236}">
                <a16:creationId xmlns:a16="http://schemas.microsoft.com/office/drawing/2014/main" id="{498664FE-D1CA-4CB2-A8DE-5D5D5BCF9EAC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423592" y="6422400"/>
            <a:ext cx="2160000" cy="15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1194487" rtl="0"/>
            <a:r>
              <a:rPr lang="en-US" sz="800" b="0" noProof="0">
                <a:solidFill>
                  <a:schemeClr val="tx1"/>
                </a:solidFill>
                <a:latin typeface="+mn-lt"/>
              </a:rPr>
              <a:t>Space for individual information</a:t>
            </a:r>
          </a:p>
        </p:txBody>
      </p:sp>
      <p:sp>
        <p:nvSpPr>
          <p:cNvPr id="16" name="Masterfeld-Info-DE">
            <a:extLst>
              <a:ext uri="{FF2B5EF4-FFF2-40B4-BE49-F238E27FC236}">
                <a16:creationId xmlns:a16="http://schemas.microsoft.com/office/drawing/2014/main" id="{6E436204-BB44-43AD-AEE8-5A9235A1C880}"/>
              </a:ext>
            </a:extLst>
          </p:cNvPr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2423592" y="6422400"/>
            <a:ext cx="2160000" cy="15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1194487" rtl="0"/>
            <a:r>
              <a:rPr lang="en-US" sz="800" b="0" noProof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2C1E2-6C11-96C5-BD59-2C33177D48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rtl="0">
              <a:defRPr/>
            </a:lvl1pPr>
          </a:lstStyle>
          <a:p>
            <a:fld id="{0AE6E39C-80EC-495C-AC76-FAA799DE9229}" type="datetime1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9D44-0387-68F3-84AE-258A45011E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36000" y="6422400"/>
            <a:ext cx="2520000" cy="15044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3C625-F5F5-6BA3-0509-1B5FC0022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0576" y="6422400"/>
            <a:ext cx="503411" cy="15044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DA48181-2C78-49CB-8C52-912A07842C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663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7423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957">
          <p15:clr>
            <a:srgbClr val="FBAE40"/>
          </p15:clr>
        </p15:guide>
        <p15:guide id="4" orient="horz" pos="383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rora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7F207C3-9CCD-188C-B6C2-9810552F22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621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F207C3-9CCD-188C-B6C2-9810552F22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31207" y="6356350"/>
            <a:ext cx="495656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847DB54-D037-B84F-B6F1-2E8DA40D09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960792" y="1524000"/>
            <a:ext cx="1027041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01341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 AM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07BA6CA-7769-B50C-756D-5F6B51C1E8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5052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7BA6CA-7769-B50C-756D-5F6B51C1E8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 vert="horz"/>
          <a:lstStyle>
            <a:lvl1pPr rtl="0">
              <a:defRPr sz="3598"/>
            </a:lvl1pPr>
          </a:lstStyle>
          <a:p>
            <a:r>
              <a:rPr lang="en-US"/>
              <a:t>Place headline here (36pt, min 30pt)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E15758A-A5EA-0A48-3E51-4C7D1CA51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73353" y="6443759"/>
            <a:ext cx="3175200" cy="132523"/>
          </a:xfrm>
          <a:prstGeom prst="rect">
            <a:avLst/>
          </a:prstGeom>
        </p:spPr>
        <p:txBody>
          <a:bodyPr lIns="0" tIns="0" rIns="0" bIns="0"/>
          <a:lstStyle>
            <a:lvl1pPr algn="r" rtl="0">
              <a:defRPr sz="8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2023 Accenture and Avanade. All rights reserved.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3BDFD41-C80B-4052-BEE6-6860C05F35D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562151" y="6443759"/>
            <a:ext cx="247262" cy="132523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13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BF0DC62-BB85-D457-D3A4-42140E9E8E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42356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F0DC62-BB85-D457-D3A4-42140E9E8E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Google Shape;61;p10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lang="en-US"/>
          </a:p>
        </p:txBody>
      </p:sp>
      <p:sp>
        <p:nvSpPr>
          <p:cNvPr id="62" name="Google Shape;62;p10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lang="en-US"/>
          </a:p>
        </p:txBody>
      </p:sp>
      <p:sp>
        <p:nvSpPr>
          <p:cNvPr id="63" name="Google Shape;63;p10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744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 Content Slide without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E7C1E6-84EB-5BEF-ED90-068BBA5491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479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E7C1E6-84EB-5BEF-ED90-068BBA5491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02A9E7F-2236-46A7-B03B-F0755F10D23C}"/>
              </a:ext>
            </a:extLst>
          </p:cNvPr>
          <p:cNvSpPr/>
          <p:nvPr userDrawn="1"/>
        </p:nvSpPr>
        <p:spPr>
          <a:xfrm>
            <a:off x="694944" y="2"/>
            <a:ext cx="10789920" cy="45719"/>
          </a:xfrm>
          <a:prstGeom prst="rect">
            <a:avLst/>
          </a:prstGeom>
          <a:gradFill>
            <a:gsLst>
              <a:gs pos="10000">
                <a:srgbClr val="FF5800"/>
              </a:gs>
              <a:gs pos="90000">
                <a:srgbClr val="890078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77AF6-5FAD-4754-91A7-9490366C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16838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32">
          <p15:clr>
            <a:srgbClr val="FBAE40"/>
          </p15:clr>
        </p15:guide>
        <p15:guide id="11" orient="horz" pos="45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051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7599832-D32B-823E-A7B0-A2A59BFF00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2924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599832-D32B-823E-A7B0-A2A59BFF00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60792" y="56771"/>
            <a:ext cx="10270415" cy="603187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B404B5-8474-411C-B288-DD4B1ACBC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1207" y="6356350"/>
            <a:ext cx="495656" cy="365125"/>
          </a:xfrm>
          <a:prstGeom prst="rect">
            <a:avLst/>
          </a:prstGeom>
        </p:spPr>
        <p:txBody>
          <a:bodyPr anchor="ctr"/>
          <a:lstStyle>
            <a:lvl1pPr algn="ctr" rtl="0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847DB54-D037-B84F-B6F1-2E8DA40D09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243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8D89E3-CCCA-B311-3468-6D2DAD0473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73548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8D89E3-CCCA-B311-3468-6D2DAD0473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Page </a:t>
            </a:r>
            <a:fld id="{15EBE321-CBB1-4E91-BD14-37C8D44326FB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0829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5117361-3FBE-710D-855D-597BB8480D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6302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117361-3FBE-710D-855D-597BB8480D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>
                <a:solidFill>
                  <a:schemeClr val="tx1"/>
                </a:solidFill>
              </a:defRPr>
            </a:lvl3pPr>
            <a:lvl4pPr rtl="0">
              <a:defRPr>
                <a:solidFill>
                  <a:schemeClr val="tx1"/>
                </a:solidFill>
              </a:defRPr>
            </a:lvl4pPr>
            <a:lvl5pPr rtl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1376" y="390719"/>
            <a:ext cx="10783229" cy="998344"/>
          </a:xfrm>
          <a:prstGeom prst="rect">
            <a:avLst/>
          </a:prstGeom>
        </p:spPr>
        <p:txBody>
          <a:bodyPr vert="horz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97422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7FA38E6-B78F-FBE7-572F-594D5C0BD7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46988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FA38E6-B78F-FBE7-572F-594D5C0BD7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8ED70A17-058E-46F6-9888-0047438CF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680"/>
            <a:ext cx="11430000" cy="990600"/>
          </a:xfrm>
        </p:spPr>
        <p:txBody>
          <a:bodyPr vert="horz"/>
          <a:lstStyle>
            <a:lvl1pPr rtl="0" fontAlgn="base">
              <a:lnSpc>
                <a:spcPct val="80000"/>
              </a:lnSpc>
              <a:spcAft>
                <a:spcPct val="0"/>
              </a:spcAft>
              <a:defRPr/>
            </a:lvl1pPr>
          </a:lstStyle>
          <a:p>
            <a:pPr lvl="0" fontAlgn="base">
              <a:lnSpc>
                <a:spcPct val="80000"/>
              </a:lnSpc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latin typeface="Graphik Black" panose="020B0503030202060203" pitchFamily="34" charset="77"/>
                <a:cs typeface="Arial" panose="020B0604020202020204" pitchFamily="34" charset="0"/>
              </a:rPr>
              <a:t>INSERT MAIN TITLE AT 40PT MIN 30PT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3D3414-48FB-48BA-8F51-F93553630FD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0" y="1828800"/>
            <a:ext cx="11430000" cy="4686300"/>
          </a:xfrm>
        </p:spPr>
        <p:txBody>
          <a:bodyPr/>
          <a:lstStyle>
            <a:lvl1pPr marL="0" marR="0" indent="0" algn="l" defTabSz="1734634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marL="0" marR="0" lvl="0" indent="0" algn="l" defTabSz="1734634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E9A41EE-113E-4504-AF27-996F1EAF6260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</a:t>
            </a:r>
            <a:fld id="{F8AF4A0C-5B12-43D4-9F22-CF1DEE6B0E85}" type="datetimeyyyy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42190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Accenture (with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945003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01">
            <a:extLst>
              <a:ext uri="{FF2B5EF4-FFF2-40B4-BE49-F238E27FC236}">
                <a16:creationId xmlns:a16="http://schemas.microsoft.com/office/drawing/2014/main" id="{958AB4F6-AA27-4933-8A92-166F13E969A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51631" y="357958"/>
            <a:ext cx="624801" cy="640420"/>
            <a:chOff x="7824192" y="3447860"/>
            <a:chExt cx="381000" cy="390525"/>
          </a:xfrm>
        </p:grpSpPr>
        <p:pic>
          <p:nvPicPr>
            <p:cNvPr id="6" name="Graphic 102">
              <a:extLst>
                <a:ext uri="{FF2B5EF4-FFF2-40B4-BE49-F238E27FC236}">
                  <a16:creationId xmlns:a16="http://schemas.microsoft.com/office/drawing/2014/main" id="{C2231FE5-8313-46A9-B6EF-1736AD3E54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" name="Graphic 103">
              <a:extLst>
                <a:ext uri="{FF2B5EF4-FFF2-40B4-BE49-F238E27FC236}">
                  <a16:creationId xmlns:a16="http://schemas.microsoft.com/office/drawing/2014/main" id="{073CEB46-3F13-42B3-8D13-4A75FFD39E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4B9E980-23D8-4AF5-AA57-4B7ADECE37D7}"/>
              </a:ext>
            </a:extLst>
          </p:cNvPr>
          <p:cNvSpPr>
            <a:spLocks/>
          </p:cNvSpPr>
          <p:nvPr/>
        </p:nvSpPr>
        <p:spPr>
          <a:xfrm>
            <a:off x="6271375" y="1691385"/>
            <a:ext cx="2467022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normalizeH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 panose="020B0503030202060203" pitchFamily="34" charset="0"/>
                <a:ea typeface="Gotham Book" charset="0"/>
                <a:cs typeface="Gotham Book" charset="0"/>
              </a:rPr>
              <a:t>Skills &amp; Certifications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7298FF-2AAB-4CA4-B42B-CB938F86FCE2}"/>
              </a:ext>
            </a:extLst>
          </p:cNvPr>
          <p:cNvSpPr>
            <a:spLocks/>
          </p:cNvSpPr>
          <p:nvPr userDrawn="1"/>
        </p:nvSpPr>
        <p:spPr>
          <a:xfrm>
            <a:off x="415568" y="1695458"/>
            <a:ext cx="2968761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chemeClr val="accent2"/>
                </a:solidFill>
                <a:latin typeface="+mj-lt"/>
                <a:ea typeface="Gotham Book" charset="0"/>
                <a:cs typeface="Gotham Book" charset="0"/>
              </a:rPr>
              <a:t>Professional Qualification</a:t>
            </a:r>
            <a:endParaRPr kumimoji="0" lang="en-US" b="1" i="0" u="none" strike="noStrike" kern="1200" cap="none" normalizeH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Gotham Book" charset="0"/>
              <a:cs typeface="Gotham Book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D26BFA-39DD-40C3-8E42-D7702ED80DF2}"/>
              </a:ext>
            </a:extLst>
          </p:cNvPr>
          <p:cNvGrpSpPr/>
          <p:nvPr userDrawn="1"/>
        </p:nvGrpSpPr>
        <p:grpSpPr>
          <a:xfrm>
            <a:off x="415568" y="3644525"/>
            <a:ext cx="11395433" cy="327989"/>
            <a:chOff x="415568" y="3644525"/>
            <a:chExt cx="11395433" cy="3279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CB2E37-FFA3-425D-8A74-0944E05E7CFE}"/>
                </a:ext>
              </a:extLst>
            </p:cNvPr>
            <p:cNvSpPr>
              <a:spLocks/>
            </p:cNvSpPr>
            <p:nvPr userDrawn="1"/>
          </p:nvSpPr>
          <p:spPr>
            <a:xfrm>
              <a:off x="415568" y="3644525"/>
              <a:ext cx="2479846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lvl="0" rtl="0">
                <a:defRPr/>
              </a:pPr>
              <a:r>
                <a:rPr lang="en-US" b="1">
                  <a:solidFill>
                    <a:schemeClr val="accent2"/>
                  </a:solidFill>
                  <a:latin typeface="+mj-lt"/>
                  <a:ea typeface="Gotham Book" charset="0"/>
                  <a:cs typeface="Gotham Book" charset="0"/>
                </a:rPr>
                <a:t>Selected Experiences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0FDAC87-708B-4314-B495-ED4DEB61B2AA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9" y="3972514"/>
              <a:ext cx="11395432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C2CE52E-3ECF-4F97-92FA-3921D8D928F0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5925" y="2132378"/>
            <a:ext cx="5535613" cy="1165225"/>
          </a:xfrm>
          <a:ln>
            <a:noFill/>
          </a:ln>
        </p:spPr>
        <p:txBody>
          <a:bodyPr lIns="0" tIns="0" rIns="0" bIns="0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Add your professional qualification in bullets points or in written text here.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98C3DA33-1C83-49A5-9AA5-06B3928B99C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275530" y="2132378"/>
            <a:ext cx="3599364" cy="1165225"/>
          </a:xfrm>
          <a:ln>
            <a:noFill/>
          </a:ln>
        </p:spPr>
        <p:txBody>
          <a:bodyPr lIns="0" tIns="0" rIns="0" bIns="0" numCol="2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 i="0" baseline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Add your skills and certifications here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A70FA0CD-E470-4182-BBEB-690B2A1FB3C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0098393" y="2132378"/>
            <a:ext cx="1697219" cy="1165225"/>
          </a:xfrm>
          <a:ln>
            <a:noFill/>
          </a:ln>
        </p:spPr>
        <p:txBody>
          <a:bodyPr wrap="square" lIns="0" tIns="0" rIns="0" bIns="0" numCol="1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 i="0" baseline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Enter your industries or country experiences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39D12E-F49D-4FCB-9E05-C83B35150F76}"/>
              </a:ext>
            </a:extLst>
          </p:cNvPr>
          <p:cNvSpPr/>
          <p:nvPr userDrawn="1"/>
        </p:nvSpPr>
        <p:spPr>
          <a:xfrm>
            <a:off x="-2780181" y="6137753"/>
            <a:ext cx="2675168" cy="72024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For Accenture Security division use slide layout “</a:t>
            </a:r>
            <a:r>
              <a:rPr lang="en-US" sz="1000" i="1" err="1">
                <a:solidFill>
                  <a:schemeClr val="tx1"/>
                </a:solidFill>
              </a:rPr>
              <a:t>Template_Accenture</a:t>
            </a:r>
            <a:r>
              <a:rPr lang="en-US" sz="1000" i="1">
                <a:solidFill>
                  <a:schemeClr val="tx1"/>
                </a:solidFill>
              </a:rPr>
              <a:t> Security”, for other Accenture division please use slide layout “Template Accenture”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4E459F-4122-4ECD-A6A0-E710B5471BB5}"/>
              </a:ext>
            </a:extLst>
          </p:cNvPr>
          <p:cNvSpPr/>
          <p:nvPr userDrawn="1"/>
        </p:nvSpPr>
        <p:spPr>
          <a:xfrm>
            <a:off x="12296963" y="2031197"/>
            <a:ext cx="2674800" cy="81220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</a:t>
            </a:r>
          </a:p>
          <a:p>
            <a:pPr marL="228600" indent="-228600" algn="l" rtl="0">
              <a:buAutoNum type="arabicParenR"/>
            </a:pPr>
            <a:r>
              <a:rPr lang="en-US" sz="1000" i="1">
                <a:solidFill>
                  <a:schemeClr val="tx1"/>
                </a:solidFill>
              </a:rPr>
              <a:t>skills and certifications</a:t>
            </a:r>
          </a:p>
          <a:p>
            <a:pPr marL="228600" indent="-228600" algn="l" rtl="0">
              <a:buAutoNum type="arabicParenR"/>
            </a:pPr>
            <a:r>
              <a:rPr lang="en-US" sz="1000" i="1">
                <a:solidFill>
                  <a:schemeClr val="tx1"/>
                </a:solidFill>
              </a:rPr>
              <a:t>specialized industries and/or country experiences.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02ADCF-BED8-4A6D-8E80-E5289BD15E16}"/>
              </a:ext>
            </a:extLst>
          </p:cNvPr>
          <p:cNvSpPr/>
          <p:nvPr userDrawn="1"/>
        </p:nvSpPr>
        <p:spPr>
          <a:xfrm>
            <a:off x="864551" y="-525458"/>
            <a:ext cx="6660000" cy="40552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schemeClr val="tx1"/>
                </a:solidFill>
              </a:rPr>
              <a:t>Please insert your picture by clicking on the icon &amp; enter your forename and surname. </a:t>
            </a:r>
            <a:r>
              <a:rPr lang="en-US" sz="1000" i="0">
                <a:solidFill>
                  <a:schemeClr val="tx1"/>
                </a:solidFill>
              </a:rPr>
              <a:t>We advise to renew your picture professionally at least every 24 months (check with your project if you can charge it in).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85177C-C5FB-48F5-88BA-DC0BEBD2D60E}"/>
              </a:ext>
            </a:extLst>
          </p:cNvPr>
          <p:cNvSpPr/>
          <p:nvPr userDrawn="1"/>
        </p:nvSpPr>
        <p:spPr>
          <a:xfrm>
            <a:off x="-2780181" y="1217"/>
            <a:ext cx="2675168" cy="167790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 level, your Accenture division, your office location, mobile number &amp; email address. Use for this the following format:</a:t>
            </a: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solidFill>
                  <a:srgbClr val="000000"/>
                </a:solidFill>
                <a:latin typeface="+mn-lt"/>
              </a:rPr>
              <a:t>Level </a:t>
            </a:r>
            <a:r>
              <a:rPr lang="en-US" sz="1000" kern="0">
                <a:solidFill>
                  <a:srgbClr val="000000"/>
                </a:solidFill>
              </a:rPr>
              <a:t>|</a:t>
            </a:r>
            <a:r>
              <a:rPr kumimoji="0" lang="en-US" sz="1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1000" kern="0">
                <a:solidFill>
                  <a:srgbClr val="000000"/>
                </a:solidFill>
                <a:latin typeface="+mn-lt"/>
              </a:rPr>
              <a:t>Accenture | Office location’s street name and house number | ZIP City, Country </a:t>
            </a:r>
            <a:br>
              <a:rPr lang="en-US" sz="1000" kern="0">
                <a:solidFill>
                  <a:srgbClr val="000000"/>
                </a:solidFill>
                <a:latin typeface="+mn-lt"/>
              </a:rPr>
            </a:br>
            <a:r>
              <a:rPr lang="en-US" sz="1000" kern="0">
                <a:solidFill>
                  <a:srgbClr val="000000"/>
                </a:solidFill>
                <a:latin typeface="+mn-lt"/>
              </a:rPr>
              <a:t>mobile number +XX | email.address@accenture.com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F6DC4949-BA21-4C5D-8121-580D3839C87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817051" y="294554"/>
            <a:ext cx="8853530" cy="600162"/>
          </a:xfrm>
        </p:spPr>
        <p:txBody>
          <a:bodyPr tIns="72000">
            <a:noAutofit/>
          </a:bodyPr>
          <a:lstStyle>
            <a:lvl1pPr marL="0" indent="0" rtl="0"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None/>
              <a:defRPr sz="3600" b="1" cap="none" baseline="0">
                <a:solidFill>
                  <a:schemeClr val="accent2"/>
                </a:solidFill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42329CD3-1D1E-4387-987F-646098E6ABD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817051" y="995897"/>
            <a:ext cx="7772998" cy="486000"/>
          </a:xfrm>
        </p:spPr>
        <p:txBody>
          <a:bodyPr tIns="72000" bIns="72000"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 i="0" baseline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Enter your level  |  Enter the Accenture Division |  Enter your office street and number |  Enter the office’s ZIP, city and country Enter your mobile phone in format +XX |  Enter your email address 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7F027E3-9F53-4C1D-8D98-B845F8E9366B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15569" y="4082359"/>
            <a:ext cx="11380044" cy="2266306"/>
          </a:xfrm>
          <a:ln>
            <a:noFill/>
          </a:ln>
        </p:spPr>
        <p:txBody>
          <a:bodyPr lIns="0" tIns="0" rIns="0" bIns="0" numCol="2" spcCol="360000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>
                <a:latin typeface="+mn-lt"/>
              </a:defRPr>
            </a:lvl1pPr>
            <a:lvl2pPr marL="55562" indent="0">
              <a:spcBef>
                <a:spcPts val="80"/>
              </a:spcBef>
              <a:spcAft>
                <a:spcPts val="120"/>
              </a:spcAft>
              <a:buNone/>
              <a:defRPr sz="1000" b="0">
                <a:latin typeface="+mn-lt"/>
              </a:defRPr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List your selected experiences with a generic name for the company &amp; your position and role. Point out relevant tasks that you performed in this project (use past tense)</a:t>
            </a:r>
          </a:p>
        </p:txBody>
      </p:sp>
      <p:sp>
        <p:nvSpPr>
          <p:cNvPr id="38" name="Picture Placeholder 56">
            <a:extLst>
              <a:ext uri="{FF2B5EF4-FFF2-40B4-BE49-F238E27FC236}">
                <a16:creationId xmlns:a16="http://schemas.microsoft.com/office/drawing/2014/main" id="{8778ED5B-7156-41B2-A1A9-E4644E8CCE25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415568" y="293897"/>
            <a:ext cx="1188000" cy="1188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AD0D60-9C2F-4D79-8B24-E5B5FE851F94}"/>
              </a:ext>
            </a:extLst>
          </p:cNvPr>
          <p:cNvSpPr/>
          <p:nvPr userDrawn="1"/>
        </p:nvSpPr>
        <p:spPr>
          <a:xfrm>
            <a:off x="-2780181" y="1908364"/>
            <a:ext cx="2675168" cy="152063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 professional qualification. Use for this the following format (either bullets points or written text):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000" i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i="0">
                <a:solidFill>
                  <a:schemeClr val="tx1"/>
                </a:solidFill>
              </a:rPr>
              <a:t>[Your full name] is a [Role name] in the [division] with [years of experience] in the [industry sector]. </a:t>
            </a:r>
            <a:r>
              <a:rPr lang="en-US" sz="1000" i="0" err="1">
                <a:solidFill>
                  <a:schemeClr val="tx1"/>
                </a:solidFill>
              </a:rPr>
              <a:t>He/She</a:t>
            </a:r>
            <a:r>
              <a:rPr lang="en-US" sz="1000" i="0">
                <a:solidFill>
                  <a:schemeClr val="tx1"/>
                </a:solidFill>
              </a:rPr>
              <a:t> has experience...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schemeClr val="tx1"/>
                </a:solidFill>
              </a:rPr>
              <a:t> </a:t>
            </a: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A23B9A-0FDE-446A-BE25-6B3DD589769E}"/>
              </a:ext>
            </a:extLst>
          </p:cNvPr>
          <p:cNvSpPr/>
          <p:nvPr userDrawn="1"/>
        </p:nvSpPr>
        <p:spPr>
          <a:xfrm>
            <a:off x="-2780181" y="3651162"/>
            <a:ext cx="2675168" cy="226630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 selected experiences. Use for this the following format: </a:t>
            </a: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b="1" i="0">
                <a:solidFill>
                  <a:schemeClr val="tx1"/>
                </a:solidFill>
              </a:rPr>
              <a:t>[Company’s generic name]:  </a:t>
            </a:r>
            <a:r>
              <a:rPr lang="en-US" sz="1000" b="0" i="0">
                <a:solidFill>
                  <a:schemeClr val="tx1"/>
                </a:solidFill>
              </a:rPr>
              <a:t>[Descriptive </a:t>
            </a:r>
            <a:r>
              <a:rPr lang="en-US" sz="1000" b="0" i="0" err="1">
                <a:solidFill>
                  <a:schemeClr val="tx1"/>
                </a:solidFill>
              </a:rPr>
              <a:t>Poject</a:t>
            </a:r>
            <a:r>
              <a:rPr lang="en-US" sz="1000" b="0" i="0">
                <a:solidFill>
                  <a:schemeClr val="tx1"/>
                </a:solidFill>
              </a:rPr>
              <a:t> Name] – </a:t>
            </a:r>
            <a:r>
              <a:rPr lang="en-US" sz="1000" i="0">
                <a:solidFill>
                  <a:schemeClr val="tx1"/>
                </a:solidFill>
              </a:rPr>
              <a:t>[Project Role]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i="0">
                <a:solidFill>
                  <a:schemeClr val="tx1"/>
                </a:solidFill>
              </a:rPr>
              <a:t>Describe the main tasks that you performed within this role in past tense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i="0">
                <a:solidFill>
                  <a:schemeClr val="tx1"/>
                </a:solidFill>
              </a:rPr>
              <a:t>E.g., Analyzed business processes 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000" i="0">
              <a:solidFill>
                <a:schemeClr val="tx1"/>
              </a:solidFill>
            </a:endParaRPr>
          </a:p>
          <a:p>
            <a:pPr marL="6350" rtl="0">
              <a:spcBef>
                <a:spcPts val="80"/>
              </a:spcBef>
              <a:spcAft>
                <a:spcPts val="120"/>
              </a:spcAft>
            </a:pPr>
            <a:r>
              <a:rPr lang="en-US" sz="1000" b="1" i="1">
                <a:solidFill>
                  <a:schemeClr val="tx1"/>
                </a:solidFill>
              </a:rPr>
              <a:t>New Joiners: </a:t>
            </a:r>
            <a:r>
              <a:rPr lang="en-US" sz="1000" i="1">
                <a:solidFill>
                  <a:schemeClr val="tx1"/>
                </a:solidFill>
              </a:rPr>
              <a:t>If you need further tips and tricks how to define roles, please have a look </a:t>
            </a:r>
            <a:r>
              <a:rPr lang="en-US" sz="1000" i="1">
                <a:hlinkClick r:id="rId7"/>
              </a:rPr>
              <a:t>here</a:t>
            </a:r>
            <a:r>
              <a:rPr lang="en-US" sz="1000" i="1">
                <a:solidFill>
                  <a:schemeClr val="tx1"/>
                </a:solidFill>
              </a:rPr>
              <a:t>.</a:t>
            </a:r>
            <a:r>
              <a:rPr lang="en-US" sz="1000" i="1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16E085-F799-4262-83E9-F9E24F9E8CD9}"/>
              </a:ext>
            </a:extLst>
          </p:cNvPr>
          <p:cNvGrpSpPr/>
          <p:nvPr userDrawn="1"/>
        </p:nvGrpSpPr>
        <p:grpSpPr>
          <a:xfrm>
            <a:off x="415569" y="1687311"/>
            <a:ext cx="11380043" cy="343885"/>
            <a:chOff x="415569" y="1687311"/>
            <a:chExt cx="11380043" cy="34388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DA36F1-E5B0-4A89-9CE0-051D72B34600}"/>
                </a:ext>
              </a:extLst>
            </p:cNvPr>
            <p:cNvCxnSpPr>
              <a:cxnSpLocks/>
            </p:cNvCxnSpPr>
            <p:nvPr/>
          </p:nvCxnSpPr>
          <p:spPr>
            <a:xfrm>
              <a:off x="6271375" y="2031196"/>
              <a:ext cx="3603519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821800F-23FD-4E10-B257-DA8F8191EA26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9" y="2031196"/>
              <a:ext cx="5535969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DF97DB-EA06-4CB0-895A-3DFD9B5E29B4}"/>
                </a:ext>
              </a:extLst>
            </p:cNvPr>
            <p:cNvSpPr>
              <a:spLocks/>
            </p:cNvSpPr>
            <p:nvPr/>
          </p:nvSpPr>
          <p:spPr>
            <a:xfrm>
              <a:off x="10098393" y="1687311"/>
              <a:ext cx="1168590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>
                  <a:solidFill>
                    <a:srgbClr val="7500C0"/>
                  </a:solidFill>
                  <a:latin typeface="Graphik" panose="020B0503030202060203" pitchFamily="34" charset="0"/>
                  <a:ea typeface="Gotham Book" charset="0"/>
                  <a:cs typeface="Gotham Book" charset="0"/>
                </a:rPr>
                <a:t>Industries</a:t>
              </a:r>
              <a:endParaRPr kumimoji="0" lang="en-US" sz="1800" b="1" i="0" u="none" strike="noStrike" kern="1200" cap="none" normalizeH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 panose="020B0503030202060203" pitchFamily="34" charset="0"/>
                <a:ea typeface="Gotham Book" charset="0"/>
                <a:cs typeface="Gotham Book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E01FFD-75CE-4B21-A3D9-432AC1352E6E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393" y="2031196"/>
              <a:ext cx="1697219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2277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a_Accenture (with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5436559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01">
            <a:extLst>
              <a:ext uri="{FF2B5EF4-FFF2-40B4-BE49-F238E27FC236}">
                <a16:creationId xmlns:a16="http://schemas.microsoft.com/office/drawing/2014/main" id="{958AB4F6-AA27-4933-8A92-166F13E969A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51631" y="357958"/>
            <a:ext cx="624801" cy="640420"/>
            <a:chOff x="7824192" y="3447860"/>
            <a:chExt cx="381000" cy="390525"/>
          </a:xfrm>
        </p:grpSpPr>
        <p:pic>
          <p:nvPicPr>
            <p:cNvPr id="6" name="Graphic 102">
              <a:extLst>
                <a:ext uri="{FF2B5EF4-FFF2-40B4-BE49-F238E27FC236}">
                  <a16:creationId xmlns:a16="http://schemas.microsoft.com/office/drawing/2014/main" id="{C2231FE5-8313-46A9-B6EF-1736AD3E54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" name="Graphic 103">
              <a:extLst>
                <a:ext uri="{FF2B5EF4-FFF2-40B4-BE49-F238E27FC236}">
                  <a16:creationId xmlns:a16="http://schemas.microsoft.com/office/drawing/2014/main" id="{073CEB46-3F13-42B3-8D13-4A75FFD39E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4B9E980-23D8-4AF5-AA57-4B7ADECE37D7}"/>
              </a:ext>
            </a:extLst>
          </p:cNvPr>
          <p:cNvSpPr>
            <a:spLocks/>
          </p:cNvSpPr>
          <p:nvPr/>
        </p:nvSpPr>
        <p:spPr>
          <a:xfrm>
            <a:off x="6271375" y="1691385"/>
            <a:ext cx="2747547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normalizeH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 panose="020B0503030202060203" pitchFamily="34" charset="0"/>
                <a:ea typeface="Gotham Book" charset="0"/>
                <a:cs typeface="Gotham Book" charset="0"/>
              </a:rPr>
              <a:t>Skills &amp; Zertifizierungen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7298FF-2AAB-4CA4-B42B-CB938F86FCE2}"/>
              </a:ext>
            </a:extLst>
          </p:cNvPr>
          <p:cNvSpPr>
            <a:spLocks/>
          </p:cNvSpPr>
          <p:nvPr userDrawn="1"/>
        </p:nvSpPr>
        <p:spPr>
          <a:xfrm>
            <a:off x="415568" y="1695458"/>
            <a:ext cx="2729914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chemeClr val="accent2"/>
                </a:solidFill>
                <a:latin typeface="+mj-lt"/>
                <a:ea typeface="Gotham Book" charset="0"/>
                <a:cs typeface="Gotham Book" charset="0"/>
              </a:rPr>
              <a:t>Berufliche Qualifikation</a:t>
            </a:r>
            <a:endParaRPr kumimoji="0" lang="en-US" b="1" i="0" u="none" strike="noStrike" kern="1200" cap="none" normalizeH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Gotham Book" charset="0"/>
              <a:cs typeface="Gotham Book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D26BFA-39DD-40C3-8E42-D7702ED80DF2}"/>
              </a:ext>
            </a:extLst>
          </p:cNvPr>
          <p:cNvGrpSpPr/>
          <p:nvPr userDrawn="1"/>
        </p:nvGrpSpPr>
        <p:grpSpPr>
          <a:xfrm>
            <a:off x="415568" y="3644525"/>
            <a:ext cx="11395433" cy="327989"/>
            <a:chOff x="415568" y="3644525"/>
            <a:chExt cx="11395433" cy="3279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CB2E37-FFA3-425D-8A74-0944E05E7CFE}"/>
                </a:ext>
              </a:extLst>
            </p:cNvPr>
            <p:cNvSpPr>
              <a:spLocks/>
            </p:cNvSpPr>
            <p:nvPr userDrawn="1"/>
          </p:nvSpPr>
          <p:spPr>
            <a:xfrm>
              <a:off x="415568" y="3644525"/>
              <a:ext cx="2989601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lvl="0" rtl="0">
                <a:defRPr/>
              </a:pPr>
              <a:r>
                <a:rPr lang="en-US" b="1">
                  <a:solidFill>
                    <a:schemeClr val="accent2"/>
                  </a:solidFill>
                  <a:latin typeface="+mj-lt"/>
                  <a:ea typeface="Gotham Book" charset="0"/>
                  <a:cs typeface="Gotham Book" charset="0"/>
                </a:rPr>
                <a:t>Ausgewählte Erfahrungen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0FDAC87-708B-4314-B495-ED4DEB61B2AA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9" y="3972514"/>
              <a:ext cx="11395432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C2CE52E-3ECF-4F97-92FA-3921D8D928F0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5925" y="2132378"/>
            <a:ext cx="5535613" cy="1165225"/>
          </a:xfrm>
          <a:ln>
            <a:noFill/>
          </a:ln>
        </p:spPr>
        <p:txBody>
          <a:bodyPr lIns="0" tIns="0" rIns="0" bIns="0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Add your professional qualification in bullets points or in written text here.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98C3DA33-1C83-49A5-9AA5-06B3928B99C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275530" y="2132378"/>
            <a:ext cx="3599364" cy="1165225"/>
          </a:xfrm>
          <a:ln>
            <a:noFill/>
          </a:ln>
        </p:spPr>
        <p:txBody>
          <a:bodyPr lIns="0" tIns="0" rIns="0" bIns="0" numCol="2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 i="0" baseline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Add your skills and certifications here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A70FA0CD-E470-4182-BBEB-690B2A1FB3C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0098393" y="2132378"/>
            <a:ext cx="1697219" cy="1165225"/>
          </a:xfrm>
          <a:ln>
            <a:noFill/>
          </a:ln>
        </p:spPr>
        <p:txBody>
          <a:bodyPr wrap="square" lIns="0" tIns="0" rIns="0" bIns="0" numCol="1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 i="0" baseline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Enter your industries or country experiences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39D12E-F49D-4FCB-9E05-C83B35150F76}"/>
              </a:ext>
            </a:extLst>
          </p:cNvPr>
          <p:cNvSpPr/>
          <p:nvPr userDrawn="1"/>
        </p:nvSpPr>
        <p:spPr>
          <a:xfrm>
            <a:off x="-2780181" y="6137753"/>
            <a:ext cx="2675168" cy="72024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For Accenture Security division use slide layout “Template_Accenture Security”, for other Accenture division please use slide layout “Template Accenture”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4E459F-4122-4ECD-A6A0-E710B5471BB5}"/>
              </a:ext>
            </a:extLst>
          </p:cNvPr>
          <p:cNvSpPr/>
          <p:nvPr userDrawn="1"/>
        </p:nvSpPr>
        <p:spPr>
          <a:xfrm>
            <a:off x="12296963" y="2031197"/>
            <a:ext cx="2674800" cy="81220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</a:t>
            </a:r>
          </a:p>
          <a:p>
            <a:pPr marL="228600" indent="-228600" algn="l" rtl="0">
              <a:buAutoNum type="arabicParenR"/>
            </a:pPr>
            <a:r>
              <a:rPr lang="en-US" sz="1000" i="1">
                <a:solidFill>
                  <a:schemeClr val="tx1"/>
                </a:solidFill>
              </a:rPr>
              <a:t>skills and certifications</a:t>
            </a:r>
          </a:p>
          <a:p>
            <a:pPr marL="228600" indent="-228600" algn="l" rtl="0">
              <a:buAutoNum type="arabicParenR"/>
            </a:pPr>
            <a:r>
              <a:rPr lang="en-US" sz="1000" i="1">
                <a:solidFill>
                  <a:schemeClr val="tx1"/>
                </a:solidFill>
              </a:rPr>
              <a:t>specialized industries and/or country experiences.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02ADCF-BED8-4A6D-8E80-E5289BD15E16}"/>
              </a:ext>
            </a:extLst>
          </p:cNvPr>
          <p:cNvSpPr/>
          <p:nvPr userDrawn="1"/>
        </p:nvSpPr>
        <p:spPr>
          <a:xfrm>
            <a:off x="864551" y="-525458"/>
            <a:ext cx="6660000" cy="40552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schemeClr val="tx1"/>
                </a:solidFill>
              </a:rPr>
              <a:t>Please insert your picture by clicking on the icon &amp; enter your forename and surname. </a:t>
            </a:r>
            <a:r>
              <a:rPr lang="en-US" sz="1000" i="0">
                <a:solidFill>
                  <a:schemeClr val="tx1"/>
                </a:solidFill>
              </a:rPr>
              <a:t>We advise to renew your picture professionally at least every 24 months (check with your project if you can charge it in).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85177C-C5FB-48F5-88BA-DC0BEBD2D60E}"/>
              </a:ext>
            </a:extLst>
          </p:cNvPr>
          <p:cNvSpPr/>
          <p:nvPr userDrawn="1"/>
        </p:nvSpPr>
        <p:spPr>
          <a:xfrm>
            <a:off x="-2780181" y="1217"/>
            <a:ext cx="2675168" cy="167790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 level, your Accenture division, your office location, mobile number &amp; email address. Use for this the following format:</a:t>
            </a: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solidFill>
                  <a:srgbClr val="000000"/>
                </a:solidFill>
                <a:latin typeface="+mn-lt"/>
              </a:rPr>
              <a:t>Level </a:t>
            </a:r>
            <a:r>
              <a:rPr lang="en-US" sz="1000" kern="0">
                <a:solidFill>
                  <a:srgbClr val="000000"/>
                </a:solidFill>
              </a:rPr>
              <a:t>|</a:t>
            </a:r>
            <a:r>
              <a:rPr kumimoji="0" lang="en-US" sz="1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1000" kern="0">
                <a:solidFill>
                  <a:srgbClr val="000000"/>
                </a:solidFill>
                <a:latin typeface="+mn-lt"/>
              </a:rPr>
              <a:t>Accenture | Office location’s street name and house number | ZIP City, Country </a:t>
            </a:r>
            <a:br>
              <a:rPr lang="en-US" sz="1000" kern="0">
                <a:solidFill>
                  <a:srgbClr val="000000"/>
                </a:solidFill>
                <a:latin typeface="+mn-lt"/>
              </a:rPr>
            </a:br>
            <a:r>
              <a:rPr lang="en-US" sz="1000" kern="0">
                <a:solidFill>
                  <a:srgbClr val="000000"/>
                </a:solidFill>
                <a:latin typeface="+mn-lt"/>
              </a:rPr>
              <a:t>mobile number +XX | email.address@accenture.com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F6DC4949-BA21-4C5D-8121-580D3839C87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817051" y="294554"/>
            <a:ext cx="8853530" cy="600162"/>
          </a:xfrm>
        </p:spPr>
        <p:txBody>
          <a:bodyPr tIns="72000">
            <a:noAutofit/>
          </a:bodyPr>
          <a:lstStyle>
            <a:lvl1pPr marL="0" indent="0" rtl="0"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None/>
              <a:defRPr sz="3600" b="1" cap="none" baseline="0">
                <a:solidFill>
                  <a:schemeClr val="accent2"/>
                </a:solidFill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Vorname Nachname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42329CD3-1D1E-4387-987F-646098E6ABD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817051" y="995897"/>
            <a:ext cx="7772998" cy="486000"/>
          </a:xfrm>
        </p:spPr>
        <p:txBody>
          <a:bodyPr tIns="72000" bIns="72000"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 i="0" baseline="0">
                <a:latin typeface="+mn-lt"/>
              </a:defRPr>
            </a:lvl1pPr>
            <a:lvl2pPr>
              <a:spcBef>
                <a:spcPts val="80"/>
              </a:spcBef>
              <a:spcAft>
                <a:spcPts val="120"/>
              </a:spcAft>
              <a:defRPr sz="1000" b="0"/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Enter your level  |  Enter the Accenture Division |  Enter your office street and number |  Enter the office’s ZIP, city and country Enter your mobile phone in format +XX |  Enter your email address 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7F027E3-9F53-4C1D-8D98-B845F8E9366B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15569" y="4082359"/>
            <a:ext cx="11380044" cy="2266306"/>
          </a:xfrm>
          <a:ln>
            <a:noFill/>
          </a:ln>
        </p:spPr>
        <p:txBody>
          <a:bodyPr lIns="0" tIns="0" rIns="0" bIns="0" numCol="2" spcCol="360000">
            <a:noAutofit/>
          </a:bodyPr>
          <a:lstStyle>
            <a:lvl1pPr marL="171450" indent="-171450" rtl="0">
              <a:lnSpc>
                <a:spcPct val="100000"/>
              </a:lnSpc>
              <a:spcBef>
                <a:spcPts val="80"/>
              </a:spcBef>
              <a:spcAft>
                <a:spcPts val="120"/>
              </a:spcAft>
              <a:buFont typeface="Arial" panose="020B0604020202020204" pitchFamily="34" charset="0"/>
              <a:buChar char="•"/>
              <a:defRPr sz="1000" b="0">
                <a:latin typeface="+mn-lt"/>
              </a:defRPr>
            </a:lvl1pPr>
            <a:lvl2pPr marL="55562" indent="0">
              <a:spcBef>
                <a:spcPts val="80"/>
              </a:spcBef>
              <a:spcAft>
                <a:spcPts val="120"/>
              </a:spcAft>
              <a:buNone/>
              <a:defRPr sz="1000" b="0">
                <a:latin typeface="+mn-lt"/>
              </a:defRPr>
            </a:lvl2pPr>
            <a:lvl3pPr marL="284156" indent="0">
              <a:spcBef>
                <a:spcPts val="80"/>
              </a:spcBef>
              <a:spcAft>
                <a:spcPts val="120"/>
              </a:spcAft>
              <a:buNone/>
              <a:defRPr/>
            </a:lvl3pPr>
            <a:lvl4pPr>
              <a:spcBef>
                <a:spcPts val="80"/>
              </a:spcBef>
              <a:spcAft>
                <a:spcPts val="120"/>
              </a:spcAft>
              <a:defRPr/>
            </a:lvl4pPr>
            <a:lvl5pPr>
              <a:spcBef>
                <a:spcPts val="80"/>
              </a:spcBef>
              <a:spcAft>
                <a:spcPts val="120"/>
              </a:spcAft>
              <a:defRPr/>
            </a:lvl5pPr>
          </a:lstStyle>
          <a:p>
            <a:pPr lvl="0"/>
            <a:r>
              <a:rPr lang="en-US"/>
              <a:t>List your selected experiences with a generic name for the company &amp; your position and role. Point out relevant tasks that you performed in this project (use past tense)</a:t>
            </a:r>
          </a:p>
        </p:txBody>
      </p:sp>
      <p:sp>
        <p:nvSpPr>
          <p:cNvPr id="38" name="Picture Placeholder 56">
            <a:extLst>
              <a:ext uri="{FF2B5EF4-FFF2-40B4-BE49-F238E27FC236}">
                <a16:creationId xmlns:a16="http://schemas.microsoft.com/office/drawing/2014/main" id="{8778ED5B-7156-41B2-A1A9-E4644E8CCE25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415568" y="293897"/>
            <a:ext cx="1188000" cy="1188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AD0D60-9C2F-4D79-8B24-E5B5FE851F94}"/>
              </a:ext>
            </a:extLst>
          </p:cNvPr>
          <p:cNvSpPr/>
          <p:nvPr userDrawn="1"/>
        </p:nvSpPr>
        <p:spPr>
          <a:xfrm>
            <a:off x="-2780181" y="1908364"/>
            <a:ext cx="2675168" cy="152063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 professional qualification. Use for this the following format (either bullets points or written text):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000" i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i="0">
                <a:solidFill>
                  <a:schemeClr val="tx1"/>
                </a:solidFill>
              </a:rPr>
              <a:t>[Your full name] is a [Role name] in the [division] with [years of experience] in the [industry sector]. He/She has experience...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schemeClr val="tx1"/>
                </a:solidFill>
              </a:rPr>
              <a:t> </a:t>
            </a: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A23B9A-0FDE-446A-BE25-6B3DD589769E}"/>
              </a:ext>
            </a:extLst>
          </p:cNvPr>
          <p:cNvSpPr/>
          <p:nvPr userDrawn="1"/>
        </p:nvSpPr>
        <p:spPr>
          <a:xfrm>
            <a:off x="-2780181" y="3651162"/>
            <a:ext cx="2675168" cy="226630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989574929">
                  <a:custGeom>
                    <a:avLst/>
                    <a:gdLst>
                      <a:gd name="connsiteX0" fmla="*/ 0 w 2703443"/>
                      <a:gd name="connsiteY0" fmla="*/ 0 h 1397771"/>
                      <a:gd name="connsiteX1" fmla="*/ 567723 w 2703443"/>
                      <a:gd name="connsiteY1" fmla="*/ 0 h 1397771"/>
                      <a:gd name="connsiteX2" fmla="*/ 1135446 w 2703443"/>
                      <a:gd name="connsiteY2" fmla="*/ 0 h 1397771"/>
                      <a:gd name="connsiteX3" fmla="*/ 1595031 w 2703443"/>
                      <a:gd name="connsiteY3" fmla="*/ 0 h 1397771"/>
                      <a:gd name="connsiteX4" fmla="*/ 2081651 w 2703443"/>
                      <a:gd name="connsiteY4" fmla="*/ 0 h 1397771"/>
                      <a:gd name="connsiteX5" fmla="*/ 2703443 w 2703443"/>
                      <a:gd name="connsiteY5" fmla="*/ 0 h 1397771"/>
                      <a:gd name="connsiteX6" fmla="*/ 2703443 w 2703443"/>
                      <a:gd name="connsiteY6" fmla="*/ 465924 h 1397771"/>
                      <a:gd name="connsiteX7" fmla="*/ 2703443 w 2703443"/>
                      <a:gd name="connsiteY7" fmla="*/ 931847 h 1397771"/>
                      <a:gd name="connsiteX8" fmla="*/ 2703443 w 2703443"/>
                      <a:gd name="connsiteY8" fmla="*/ 1397771 h 1397771"/>
                      <a:gd name="connsiteX9" fmla="*/ 2108686 w 2703443"/>
                      <a:gd name="connsiteY9" fmla="*/ 1397771 h 1397771"/>
                      <a:gd name="connsiteX10" fmla="*/ 1540963 w 2703443"/>
                      <a:gd name="connsiteY10" fmla="*/ 1397771 h 1397771"/>
                      <a:gd name="connsiteX11" fmla="*/ 946205 w 2703443"/>
                      <a:gd name="connsiteY11" fmla="*/ 1397771 h 1397771"/>
                      <a:gd name="connsiteX12" fmla="*/ 0 w 2703443"/>
                      <a:gd name="connsiteY12" fmla="*/ 1397771 h 1397771"/>
                      <a:gd name="connsiteX13" fmla="*/ 0 w 2703443"/>
                      <a:gd name="connsiteY13" fmla="*/ 945825 h 1397771"/>
                      <a:gd name="connsiteX14" fmla="*/ 0 w 2703443"/>
                      <a:gd name="connsiteY14" fmla="*/ 521835 h 1397771"/>
                      <a:gd name="connsiteX15" fmla="*/ 0 w 2703443"/>
                      <a:gd name="connsiteY15" fmla="*/ 0 h 1397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703443" h="1397771" fill="none" extrusionOk="0">
                        <a:moveTo>
                          <a:pt x="0" y="0"/>
                        </a:moveTo>
                        <a:cubicBezTo>
                          <a:pt x="250863" y="-61248"/>
                          <a:pt x="293407" y="9418"/>
                          <a:pt x="567723" y="0"/>
                        </a:cubicBezTo>
                        <a:cubicBezTo>
                          <a:pt x="842039" y="-9418"/>
                          <a:pt x="880020" y="33309"/>
                          <a:pt x="1135446" y="0"/>
                        </a:cubicBezTo>
                        <a:cubicBezTo>
                          <a:pt x="1390872" y="-33309"/>
                          <a:pt x="1397668" y="1452"/>
                          <a:pt x="1595031" y="0"/>
                        </a:cubicBezTo>
                        <a:cubicBezTo>
                          <a:pt x="1792394" y="-1452"/>
                          <a:pt x="1861163" y="54901"/>
                          <a:pt x="2081651" y="0"/>
                        </a:cubicBezTo>
                        <a:cubicBezTo>
                          <a:pt x="2302139" y="-54901"/>
                          <a:pt x="2496548" y="13865"/>
                          <a:pt x="2703443" y="0"/>
                        </a:cubicBezTo>
                        <a:cubicBezTo>
                          <a:pt x="2729915" y="232904"/>
                          <a:pt x="2678450" y="366571"/>
                          <a:pt x="2703443" y="465924"/>
                        </a:cubicBezTo>
                        <a:cubicBezTo>
                          <a:pt x="2728436" y="565277"/>
                          <a:pt x="2698471" y="762985"/>
                          <a:pt x="2703443" y="931847"/>
                        </a:cubicBezTo>
                        <a:cubicBezTo>
                          <a:pt x="2708415" y="1100709"/>
                          <a:pt x="2660023" y="1246963"/>
                          <a:pt x="2703443" y="1397771"/>
                        </a:cubicBezTo>
                        <a:cubicBezTo>
                          <a:pt x="2455236" y="1464869"/>
                          <a:pt x="2253338" y="1345693"/>
                          <a:pt x="2108686" y="1397771"/>
                        </a:cubicBezTo>
                        <a:cubicBezTo>
                          <a:pt x="1964034" y="1449849"/>
                          <a:pt x="1712712" y="1348603"/>
                          <a:pt x="1540963" y="1397771"/>
                        </a:cubicBezTo>
                        <a:cubicBezTo>
                          <a:pt x="1369214" y="1446939"/>
                          <a:pt x="1146629" y="1342714"/>
                          <a:pt x="946205" y="1397771"/>
                        </a:cubicBezTo>
                        <a:cubicBezTo>
                          <a:pt x="745781" y="1452828"/>
                          <a:pt x="440129" y="1383668"/>
                          <a:pt x="0" y="1397771"/>
                        </a:cubicBezTo>
                        <a:cubicBezTo>
                          <a:pt x="-14417" y="1209832"/>
                          <a:pt x="48836" y="1114704"/>
                          <a:pt x="0" y="945825"/>
                        </a:cubicBezTo>
                        <a:cubicBezTo>
                          <a:pt x="-48836" y="776946"/>
                          <a:pt x="19567" y="695723"/>
                          <a:pt x="0" y="521835"/>
                        </a:cubicBezTo>
                        <a:cubicBezTo>
                          <a:pt x="-19567" y="347947"/>
                          <a:pt x="15068" y="109063"/>
                          <a:pt x="0" y="0"/>
                        </a:cubicBezTo>
                        <a:close/>
                      </a:path>
                      <a:path w="2703443" h="1397771" stroke="0" extrusionOk="0">
                        <a:moveTo>
                          <a:pt x="0" y="0"/>
                        </a:moveTo>
                        <a:cubicBezTo>
                          <a:pt x="192587" y="-36640"/>
                          <a:pt x="383762" y="13176"/>
                          <a:pt x="594757" y="0"/>
                        </a:cubicBezTo>
                        <a:cubicBezTo>
                          <a:pt x="805752" y="-13176"/>
                          <a:pt x="961430" y="30338"/>
                          <a:pt x="1108412" y="0"/>
                        </a:cubicBezTo>
                        <a:cubicBezTo>
                          <a:pt x="1255394" y="-30338"/>
                          <a:pt x="1406583" y="12084"/>
                          <a:pt x="1567997" y="0"/>
                        </a:cubicBezTo>
                        <a:cubicBezTo>
                          <a:pt x="1729411" y="-12084"/>
                          <a:pt x="1931496" y="21218"/>
                          <a:pt x="2108686" y="0"/>
                        </a:cubicBezTo>
                        <a:cubicBezTo>
                          <a:pt x="2285876" y="-21218"/>
                          <a:pt x="2457433" y="39197"/>
                          <a:pt x="2703443" y="0"/>
                        </a:cubicBezTo>
                        <a:cubicBezTo>
                          <a:pt x="2728772" y="134597"/>
                          <a:pt x="2662558" y="336970"/>
                          <a:pt x="2703443" y="451946"/>
                        </a:cubicBezTo>
                        <a:cubicBezTo>
                          <a:pt x="2744328" y="566922"/>
                          <a:pt x="2688920" y="791447"/>
                          <a:pt x="2703443" y="917870"/>
                        </a:cubicBezTo>
                        <a:cubicBezTo>
                          <a:pt x="2717966" y="1044293"/>
                          <a:pt x="2682783" y="1209101"/>
                          <a:pt x="2703443" y="1397771"/>
                        </a:cubicBezTo>
                        <a:cubicBezTo>
                          <a:pt x="2532043" y="1434381"/>
                          <a:pt x="2356717" y="1343088"/>
                          <a:pt x="2243858" y="1397771"/>
                        </a:cubicBezTo>
                        <a:cubicBezTo>
                          <a:pt x="2130999" y="1452454"/>
                          <a:pt x="1959939" y="1358970"/>
                          <a:pt x="1703169" y="1397771"/>
                        </a:cubicBezTo>
                        <a:cubicBezTo>
                          <a:pt x="1446399" y="1436572"/>
                          <a:pt x="1380428" y="1373306"/>
                          <a:pt x="1135446" y="1397771"/>
                        </a:cubicBezTo>
                        <a:cubicBezTo>
                          <a:pt x="890464" y="1422236"/>
                          <a:pt x="678298" y="1342169"/>
                          <a:pt x="540689" y="1397771"/>
                        </a:cubicBezTo>
                        <a:cubicBezTo>
                          <a:pt x="403080" y="1453373"/>
                          <a:pt x="171327" y="1385025"/>
                          <a:pt x="0" y="1397771"/>
                        </a:cubicBezTo>
                        <a:cubicBezTo>
                          <a:pt x="-35483" y="1204059"/>
                          <a:pt x="36506" y="1076215"/>
                          <a:pt x="0" y="945825"/>
                        </a:cubicBezTo>
                        <a:cubicBezTo>
                          <a:pt x="-36506" y="815435"/>
                          <a:pt x="14828" y="705288"/>
                          <a:pt x="0" y="465924"/>
                        </a:cubicBezTo>
                        <a:cubicBezTo>
                          <a:pt x="-14828" y="226560"/>
                          <a:pt x="11743" y="1680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r>
              <a:rPr lang="en-US" sz="1000" i="1">
                <a:solidFill>
                  <a:schemeClr val="tx1"/>
                </a:solidFill>
              </a:rPr>
              <a:t>Please enter your selected experiences. Use for this the following format: </a:t>
            </a:r>
          </a:p>
          <a:p>
            <a:pPr algn="l" rtl="0"/>
            <a:endParaRPr lang="en-US" sz="1000" i="1">
              <a:solidFill>
                <a:schemeClr val="tx1"/>
              </a:solidFill>
            </a:endParaRP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b="1" i="0">
                <a:solidFill>
                  <a:schemeClr val="tx1"/>
                </a:solidFill>
              </a:rPr>
              <a:t>[Company’s generic name]:  </a:t>
            </a:r>
            <a:r>
              <a:rPr lang="en-US" sz="1000" b="0" i="0">
                <a:solidFill>
                  <a:schemeClr val="tx1"/>
                </a:solidFill>
              </a:rPr>
              <a:t>[Descriptive Poject Name] – </a:t>
            </a:r>
            <a:r>
              <a:rPr lang="en-US" sz="1000" i="0">
                <a:solidFill>
                  <a:schemeClr val="tx1"/>
                </a:solidFill>
              </a:rPr>
              <a:t>[Project Role]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i="0">
                <a:solidFill>
                  <a:schemeClr val="tx1"/>
                </a:solidFill>
              </a:rPr>
              <a:t>Describe the main tasks that you performed within this role in past tense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i="0">
                <a:solidFill>
                  <a:schemeClr val="tx1"/>
                </a:solidFill>
              </a:rPr>
              <a:t>E.g., Analyzed business processes 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000" i="0">
              <a:solidFill>
                <a:schemeClr val="tx1"/>
              </a:solidFill>
            </a:endParaRPr>
          </a:p>
          <a:p>
            <a:pPr marL="6350" rtl="0">
              <a:spcBef>
                <a:spcPts val="80"/>
              </a:spcBef>
              <a:spcAft>
                <a:spcPts val="120"/>
              </a:spcAft>
            </a:pPr>
            <a:r>
              <a:rPr lang="en-US" sz="1000" b="1" i="1">
                <a:solidFill>
                  <a:schemeClr val="tx1"/>
                </a:solidFill>
              </a:rPr>
              <a:t>New Joiners: </a:t>
            </a:r>
            <a:r>
              <a:rPr lang="en-US" sz="1000" i="1">
                <a:solidFill>
                  <a:schemeClr val="tx1"/>
                </a:solidFill>
              </a:rPr>
              <a:t>If you need further tips and tricks how to define roles, please have a look </a:t>
            </a:r>
            <a:r>
              <a:rPr lang="en-US" sz="1000" i="1">
                <a:hlinkClick r:id="rId7"/>
              </a:rPr>
              <a:t>here</a:t>
            </a:r>
            <a:r>
              <a:rPr lang="en-US" sz="1000" i="1">
                <a:solidFill>
                  <a:schemeClr val="tx1"/>
                </a:solidFill>
              </a:rPr>
              <a:t>.</a:t>
            </a:r>
            <a:r>
              <a:rPr lang="en-US" sz="1000" i="1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16E085-F799-4262-83E9-F9E24F9E8CD9}"/>
              </a:ext>
            </a:extLst>
          </p:cNvPr>
          <p:cNvGrpSpPr/>
          <p:nvPr userDrawn="1"/>
        </p:nvGrpSpPr>
        <p:grpSpPr>
          <a:xfrm>
            <a:off x="415569" y="1687311"/>
            <a:ext cx="11380043" cy="343885"/>
            <a:chOff x="415569" y="1687311"/>
            <a:chExt cx="11380043" cy="34388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DA36F1-E5B0-4A89-9CE0-051D72B34600}"/>
                </a:ext>
              </a:extLst>
            </p:cNvPr>
            <p:cNvCxnSpPr>
              <a:cxnSpLocks/>
            </p:cNvCxnSpPr>
            <p:nvPr/>
          </p:nvCxnSpPr>
          <p:spPr>
            <a:xfrm>
              <a:off x="6271375" y="2031196"/>
              <a:ext cx="3603519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821800F-23FD-4E10-B257-DA8F8191EA26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9" y="2031196"/>
              <a:ext cx="5535969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DF97DB-EA06-4CB0-895A-3DFD9B5E29B4}"/>
                </a:ext>
              </a:extLst>
            </p:cNvPr>
            <p:cNvSpPr>
              <a:spLocks/>
            </p:cNvSpPr>
            <p:nvPr/>
          </p:nvSpPr>
          <p:spPr>
            <a:xfrm>
              <a:off x="10098393" y="1687311"/>
              <a:ext cx="1107676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>
                  <a:solidFill>
                    <a:srgbClr val="7500C0"/>
                  </a:solidFill>
                  <a:latin typeface="Graphik" panose="020B0503030202060203" pitchFamily="34" charset="0"/>
                  <a:ea typeface="Gotham Book" charset="0"/>
                  <a:cs typeface="Gotham Book" charset="0"/>
                </a:rPr>
                <a:t>Branchen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E01FFD-75CE-4B21-A3D9-432AC1352E6E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393" y="2031196"/>
              <a:ext cx="1697219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42330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C362C03-DA4B-5252-7C85-4D6C5D975B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9081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362C03-DA4B-5252-7C85-4D6C5D975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3142115-F35D-4CCC-AE40-75F7063E92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000" y="279000"/>
            <a:ext cx="6300000" cy="6300000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734FFC-89E4-4B34-BAE4-D4F05003D9ED}"/>
              </a:ext>
            </a:extLst>
          </p:cNvPr>
          <p:cNvGrpSpPr/>
          <p:nvPr userDrawn="1"/>
        </p:nvGrpSpPr>
        <p:grpSpPr>
          <a:xfrm>
            <a:off x="350254" y="189000"/>
            <a:ext cx="1488706" cy="553998"/>
            <a:chOff x="415568" y="1695458"/>
            <a:chExt cx="4854006" cy="3445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CF5E32-039E-4B48-ACC7-F75B46B6718E}"/>
                </a:ext>
              </a:extLst>
            </p:cNvPr>
            <p:cNvSpPr>
              <a:spLocks/>
            </p:cNvSpPr>
            <p:nvPr/>
          </p:nvSpPr>
          <p:spPr>
            <a:xfrm>
              <a:off x="415568" y="1695458"/>
              <a:ext cx="4500171" cy="34453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normalizeH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j-lt"/>
                  <a:ea typeface="Gotham Book" charset="0"/>
                  <a:cs typeface="Gotham Book" charset="0"/>
                </a:rPr>
                <a:t>Picture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normalizeH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j-lt"/>
                  <a:ea typeface="Gotham Book" charset="0"/>
                  <a:cs typeface="Gotham Book" charset="0"/>
                </a:rPr>
                <a:t>Placeholder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CAF79F-8679-47E5-9C35-F673D9ACE61A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8" y="2031196"/>
              <a:ext cx="4854006" cy="0"/>
            </a:xfrm>
            <a:prstGeom prst="line">
              <a:avLst/>
            </a:prstGeom>
            <a:ln>
              <a:solidFill>
                <a:srgbClr val="75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DF14D3C-513C-4836-9B51-6DEBC36792A2}"/>
              </a:ext>
            </a:extLst>
          </p:cNvPr>
          <p:cNvSpPr>
            <a:spLocks/>
          </p:cNvSpPr>
          <p:nvPr/>
        </p:nvSpPr>
        <p:spPr>
          <a:xfrm>
            <a:off x="350254" y="994541"/>
            <a:ext cx="2372626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otham Book" charset="0"/>
                <a:cs typeface="Gotham Book" charset="0"/>
              </a:rPr>
              <a:t>Please insert your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otham Book" charset="0"/>
                <a:cs typeface="Gotham Book" charset="0"/>
              </a:rPr>
              <a:t>picture here without scaling. If you notice your picture is too much pixelated, please consider renewing your picture.</a:t>
            </a:r>
            <a:r>
              <a:rPr kumimoji="0" lang="en-US" sz="1200" b="0" i="0" u="none" strike="noStrike" kern="120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Gotham Book" charset="0"/>
                <a:cs typeface="Gotham Book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301426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03D4420-97A1-5D72-9404-CD83E2D849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4454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3D4420-97A1-5D72-9404-CD83E2D849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516C635-BFBD-4A62-A2BA-847D42977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381600"/>
            <a:ext cx="11430000" cy="59093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rtl="0">
              <a:defRPr sz="2400"/>
            </a:lvl1pPr>
          </a:lstStyle>
          <a:p>
            <a:r>
              <a:rPr lang="en-US"/>
              <a:t>Insert main title at 36pt min 26pt</a:t>
            </a:r>
            <a:br>
              <a:rPr lang="en-US"/>
            </a:br>
            <a:r>
              <a:rPr lang="en-US"/>
              <a:t>Insert main title at 36pt min 26pt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66A19-F123-4423-95D0-83FB19CAC9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7967"/>
            <a:ext cx="11430000" cy="215444"/>
          </a:xfrm>
        </p:spPr>
        <p:txBody>
          <a:bodyPr>
            <a:spAutoFit/>
          </a:bodyPr>
          <a:lstStyle>
            <a:lvl1pPr marL="0" indent="0" rtl="0">
              <a:buFontTx/>
              <a:buNone/>
              <a:defRPr sz="1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FCE915AE-54A2-2F32-627C-49AB5DF568C6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8518A76-52E4-1544-9F02-1C6AC6C5C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 rtl="0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2496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criptor + 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B6B9DDA-9017-4266-B071-72BFF4F2DD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13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B6B9DDA-9017-4266-B071-72BFF4F2DD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4C82B452-9094-4D11-B841-4942F82C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1"/>
            <a:ext cx="11430000" cy="667043"/>
          </a:xfrm>
        </p:spPr>
        <p:txBody>
          <a:bodyPr vert="horz" wrap="square" lIns="0" tIns="0" rIns="0" bIns="0" anchor="t" anchorCtr="0">
            <a:noAutofit/>
          </a:bodyPr>
          <a:lstStyle>
            <a:lvl1pPr marL="0" indent="0" algn="l" rtl="0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sz="3200" b="0" i="0">
                <a:solidFill>
                  <a:schemeClr val="tx1"/>
                </a:solidFill>
                <a:latin typeface="Graphik Semibold" panose="020B070303020206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40C99-7F5D-FB34-5BCF-8F7296E56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476" y="1484314"/>
            <a:ext cx="11449050" cy="4860925"/>
          </a:xfrm>
        </p:spPr>
        <p:txBody>
          <a:bodyPr/>
          <a:lstStyle>
            <a:lvl1pPr rtl="0">
              <a:spcAft>
                <a:spcPts val="477"/>
              </a:spcAft>
              <a:defRPr sz="1800" spc="0">
                <a:solidFill>
                  <a:schemeClr val="accent1"/>
                </a:solidFill>
                <a:latin typeface="+mj-lt"/>
              </a:defRPr>
            </a:lvl1pPr>
            <a:lvl2pPr marL="145250" indent="-145250" rtl="0">
              <a:spcAft>
                <a:spcPts val="477"/>
              </a:spcAft>
              <a:defRPr sz="1400" spc="0">
                <a:latin typeface="Graphik Light" panose="020B0403030202060203" pitchFamily="34" charset="0"/>
              </a:defRPr>
            </a:lvl2pPr>
            <a:lvl3pPr marL="285447" indent="-140198" rtl="0">
              <a:spcAft>
                <a:spcPts val="477"/>
              </a:spcAft>
              <a:defRPr sz="1400" spc="0">
                <a:latin typeface="Graphik Light" panose="020B0403030202060203" pitchFamily="34" charset="0"/>
              </a:defRPr>
            </a:lvl3pPr>
            <a:lvl4pPr marL="430696" indent="-145250" rtl="0">
              <a:spcAft>
                <a:spcPts val="477"/>
              </a:spcAft>
              <a:defRPr sz="1400" spc="0">
                <a:latin typeface="Graphik Light" panose="020B0403030202060203" pitchFamily="34" charset="0"/>
              </a:defRPr>
            </a:lvl4pPr>
            <a:lvl5pPr marL="570893" indent="-140198" rtl="0">
              <a:spcAft>
                <a:spcPts val="477"/>
              </a:spcAft>
              <a:defRPr sz="1400" spc="0">
                <a:latin typeface="Graphik Light" panose="020B04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96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5ACBF0"/>
          </p15:clr>
        </p15:guide>
        <p15:guide id="2" orient="horz" pos="9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/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B0D5C3C-28FE-4A54-A6F7-28FF735F3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00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B0D5C3C-28FE-4A54-A6F7-28FF735F3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1D63394-AE32-425D-88A8-0257D6D4765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0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ADA27662-0458-48EE-BA0D-FDBA1DD392D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4800" y="1030425"/>
            <a:ext cx="10027707" cy="422405"/>
          </a:xfrm>
          <a:prstGeom prst="rect">
            <a:avLst/>
          </a:prstGeom>
        </p:spPr>
        <p:txBody>
          <a:bodyPr wrap="square" tIns="144000">
            <a:spAutoFit/>
          </a:bodyPr>
          <a:lstStyle>
            <a:lvl1pPr marL="0" marR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>
                <a:solidFill>
                  <a:schemeClr val="accent2"/>
                </a:solidFill>
                <a:latin typeface="Graphik" panose="020B0503030202060203" pitchFamily="34" charset="0"/>
              </a:defRPr>
            </a:lvl1pPr>
          </a:lstStyle>
          <a:p>
            <a:pPr marL="0" marR="0" lvl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/>
              <a:t>Insert subtitle here at 20pt, align to the baseline of the 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E9E677-7C6B-462C-9193-311E902B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54537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scriptor + 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B6B9DDA-9017-4266-B071-72BFF4F2DD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966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B6B9DDA-9017-4266-B071-72BFF4F2DD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3358C6F-C4A3-6526-850C-BB7AA0EE6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858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020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C1B5E0-2D02-871A-C1A8-8FBCE92D8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1638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C1B5E0-2D02-871A-C1A8-8FBCE92D8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10512000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en-US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 rtl="0">
              <a:defRPr/>
            </a:lvl1pPr>
          </a:lstStyle>
          <a:p>
            <a:fld id="{8FF9B0DE-3FEB-4AA0-B465-B80EF7C133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434292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D13BD95-DC23-87C6-0DD1-220A5EADB7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4086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13BD95-DC23-87C6-0DD1-220A5EADB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A38D7-9190-3C9B-E880-770A4A5A6A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 altLang="zh-SG"/>
              <a:t>© 2010 Accenture. All rights reserved.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027694-6D14-48A8-FF76-3057839917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 rtl="0">
              <a:defRPr/>
            </a:lvl1pPr>
          </a:lstStyle>
          <a:p>
            <a:fld id="{DB42FB4F-79B1-4B03-A3A8-2C76C8CC2A71}" type="slidenum">
              <a:rPr lang="en-US" altLang="zh-SG" smtClean="0"/>
              <a:pPr/>
              <a:t>‹#›</a:t>
            </a:fld>
            <a:endParaRPr lang="en-US" altLang="zh-SG"/>
          </a:p>
        </p:txBody>
      </p:sp>
    </p:spTree>
    <p:extLst>
      <p:ext uri="{BB962C8B-B14F-4D97-AF65-F5344CB8AC3E}">
        <p14:creationId xmlns:p14="http://schemas.microsoft.com/office/powerpoint/2010/main" val="26944591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E9557DC-0F38-D9D5-33B9-FA4E26EF4C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5729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9557DC-0F38-D9D5-33B9-FA4E26EF4C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C954C450-16C7-0ABA-DBCF-8886841EB81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 altLang="zh-SG"/>
              <a:t>© 2010 Accenture. All rights reserved.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BDF6491-6F1A-6046-3052-2FF1195994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 rtl="0">
              <a:defRPr/>
            </a:lvl1pPr>
          </a:lstStyle>
          <a:p>
            <a:fld id="{5A1DCA92-5DD9-402F-8AF3-68E6EC0E2721}" type="slidenum">
              <a:rPr lang="en-US" altLang="zh-SG" smtClean="0"/>
              <a:pPr/>
              <a:t>‹#›</a:t>
            </a:fld>
            <a:endParaRPr lang="en-US" altLang="zh-SG"/>
          </a:p>
        </p:txBody>
      </p:sp>
    </p:spTree>
    <p:extLst>
      <p:ext uri="{BB962C8B-B14F-4D97-AF65-F5344CB8AC3E}">
        <p14:creationId xmlns:p14="http://schemas.microsoft.com/office/powerpoint/2010/main" val="13390093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3C92AA6-5612-FF0A-CC19-6084D40C2A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3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C92AA6-5612-FF0A-CC19-6084D40C2A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" name="Google Shape;351;p57"/>
          <p:cNvSpPr txBox="1">
            <a:spLocks noGrp="1"/>
          </p:cNvSpPr>
          <p:nvPr>
            <p:ph type="subTitle" idx="1"/>
          </p:nvPr>
        </p:nvSpPr>
        <p:spPr>
          <a:xfrm>
            <a:off x="554735" y="456715"/>
            <a:ext cx="11082800" cy="31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200"/>
              <a:buChar char="​"/>
              <a:defRPr b="0"/>
            </a:lvl1pPr>
            <a:lvl2pPr lvl="1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5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500"/>
              <a:buChar char="‒"/>
              <a:defRPr/>
            </a:lvl3pPr>
            <a:lvl4pPr lvl="3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400"/>
              <a:buChar char="̶"/>
              <a:defRPr/>
            </a:lvl5pPr>
            <a:lvl6pPr lvl="5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Char char="▫"/>
              <a:defRPr/>
            </a:lvl6pPr>
            <a:lvl7pPr lvl="6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Char char="▫"/>
              <a:defRPr/>
            </a:lvl7pPr>
            <a:lvl8pPr lvl="7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Char char="▫"/>
              <a:defRPr/>
            </a:lvl8pPr>
            <a:lvl9pPr lvl="8" algn="l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400"/>
              <a:buChar char="▫"/>
              <a:defRPr/>
            </a:lvl9pPr>
          </a:lstStyle>
          <a:p>
            <a:endParaRPr lang="en-US"/>
          </a:p>
        </p:txBody>
      </p:sp>
      <p:sp>
        <p:nvSpPr>
          <p:cNvPr id="352" name="Google Shape;352;p57"/>
          <p:cNvSpPr/>
          <p:nvPr/>
        </p:nvSpPr>
        <p:spPr>
          <a:xfrm>
            <a:off x="554736" y="6498755"/>
            <a:ext cx="325600" cy="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33" b="0" i="0" u="none" strike="noStrike" cap="none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933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57"/>
          <p:cNvSpPr txBox="1">
            <a:spLocks noGrp="1"/>
          </p:cNvSpPr>
          <p:nvPr>
            <p:ph type="body" idx="2"/>
          </p:nvPr>
        </p:nvSpPr>
        <p:spPr>
          <a:xfrm>
            <a:off x="554735" y="41597"/>
            <a:ext cx="38432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55591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600"/>
              <a:buChar char="​"/>
              <a:defRPr sz="800" b="0"/>
            </a:lvl1pPr>
            <a:lvl2pPr marL="1219170" lvl="1" indent="-431789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500"/>
              <a:buChar char="•"/>
              <a:defRPr/>
            </a:lvl2pPr>
            <a:lvl3pPr marL="1828754" lvl="2" indent="-431789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500"/>
              <a:buChar char="‒"/>
              <a:defRPr/>
            </a:lvl3pPr>
            <a:lvl4pPr marL="2438339" lvl="3" indent="-423323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SzPts val="1400"/>
              <a:buChar char="̶"/>
              <a:defRPr/>
            </a:lvl5pPr>
            <a:lvl6pPr marL="3657509" lvl="5" indent="-423323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Char char="▫"/>
              <a:defRPr/>
            </a:lvl6pPr>
            <a:lvl7pPr marL="4267093" lvl="6" indent="-423323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Char char="▫"/>
              <a:defRPr/>
            </a:lvl7pPr>
            <a:lvl8pPr marL="4876678" lvl="7" indent="-423323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Char char="▫"/>
              <a:defRPr/>
            </a:lvl8pPr>
            <a:lvl9pPr marL="5486263" lvl="8" indent="-423323" algn="l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  <a:buClr>
                <a:schemeClr val="dk1"/>
              </a:buClr>
              <a:buSzPts val="1400"/>
              <a:buChar char="▫"/>
              <a:defRPr/>
            </a:lvl9pPr>
          </a:lstStyle>
          <a:p>
            <a:endParaRPr lang="en-US"/>
          </a:p>
        </p:txBody>
      </p:sp>
      <p:sp>
        <p:nvSpPr>
          <p:cNvPr id="354" name="Google Shape;354;p57"/>
          <p:cNvSpPr txBox="1">
            <a:spLocks noGrp="1"/>
          </p:cNvSpPr>
          <p:nvPr>
            <p:ph type="title"/>
          </p:nvPr>
        </p:nvSpPr>
        <p:spPr>
          <a:xfrm>
            <a:off x="554736" y="172212"/>
            <a:ext cx="110828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ExtraBold"/>
              <a:buNone/>
              <a:defRPr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826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B0811AF-411E-438A-B928-099B625F75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5108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B0811AF-411E-438A-B928-099B625F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C0C71DE1-85B0-4AD4-9258-42084309032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D88A736-D82D-4C57-A244-EA34E82B3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29169"/>
            <a:ext cx="304799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F9AC08D-23A9-440E-BCB9-AA1E9877CC38}" type="slidenum">
              <a:rPr 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9578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3D7E35-C8D1-5C96-1BC6-9CE277946B1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100000">
                <a:srgbClr val="002F87"/>
              </a:gs>
              <a:gs pos="0">
                <a:schemeClr val="accent1"/>
              </a:gs>
              <a:gs pos="24000">
                <a:schemeClr val="accent1"/>
              </a:gs>
              <a:gs pos="81000">
                <a:srgbClr val="002F8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944160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E79E6C1-1703-4D13-888D-11A6ABDD72FB}"/>
              </a:ext>
            </a:extLst>
          </p:cNvPr>
          <p:cNvSpPr>
            <a:spLocks/>
          </p:cNvSpPr>
          <p:nvPr userDrawn="1"/>
        </p:nvSpPr>
        <p:spPr>
          <a:xfrm>
            <a:off x="84000" y="81000"/>
            <a:ext cx="12024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DF2023-BE74-D812-C26C-6CBECD54B8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648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FFD52C7-F3A9-134F-6109-1DAC0994D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050368"/>
            <a:ext cx="11430000" cy="196977"/>
          </a:xfrm>
        </p:spPr>
        <p:txBody>
          <a:bodyPr>
            <a:spAutoFit/>
          </a:bodyPr>
          <a:lstStyle>
            <a:lvl1pPr rtl="0">
              <a:defRPr lang="en-US" sz="1600" b="1" i="0" kern="1200" cap="none" spc="0" baseline="0" dirty="0" smtClean="0">
                <a:solidFill>
                  <a:schemeClr val="accent1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43753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79818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9" name="Grafik 9">
            <a:extLst>
              <a:ext uri="{FF2B5EF4-FFF2-40B4-BE49-F238E27FC236}">
                <a16:creationId xmlns:a16="http://schemas.microsoft.com/office/drawing/2014/main" id="{AB9DCADF-6618-577D-9B23-E9F210B989D4}"/>
              </a:ext>
            </a:extLst>
          </p:cNvPr>
          <p:cNvSpPr/>
          <p:nvPr userDrawn="1"/>
        </p:nvSpPr>
        <p:spPr>
          <a:xfrm>
            <a:off x="383494" y="6449857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723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3D7E35-C8D1-5C96-1BC6-9CE277946B1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100000">
                <a:srgbClr val="002F87"/>
              </a:gs>
              <a:gs pos="0">
                <a:schemeClr val="accent1"/>
              </a:gs>
              <a:gs pos="24000">
                <a:schemeClr val="accent1"/>
              </a:gs>
              <a:gs pos="81000">
                <a:srgbClr val="002F8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84E787-7641-1DC5-AEDF-A8BD61B9BBB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17611" y="0"/>
            <a:ext cx="3574389" cy="6858000"/>
            <a:chOff x="8618045" y="81000"/>
            <a:chExt cx="3489955" cy="6696000"/>
          </a:xfrm>
        </p:grpSpPr>
        <p:pic>
          <p:nvPicPr>
            <p:cNvPr id="16" name="Imagen 5" descr="Un conjunto de letras blancas en fondo azul&#10;&#10;Descripción generada automáticamente con confianza media">
              <a:extLst>
                <a:ext uri="{FF2B5EF4-FFF2-40B4-BE49-F238E27FC236}">
                  <a16:creationId xmlns:a16="http://schemas.microsoft.com/office/drawing/2014/main" id="{0EF42D44-5433-C7F5-00DB-503541127C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grayscl/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618045" y="81000"/>
              <a:ext cx="3489955" cy="66960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CFF1D-1768-6C85-0243-06DACA3D4AFD}"/>
                </a:ext>
              </a:extLst>
            </p:cNvPr>
            <p:cNvSpPr/>
            <p:nvPr userDrawn="1"/>
          </p:nvSpPr>
          <p:spPr>
            <a:xfrm>
              <a:off x="8618045" y="81001"/>
              <a:ext cx="3489955" cy="6695999"/>
            </a:xfrm>
            <a:prstGeom prst="rect">
              <a:avLst/>
            </a:prstGeom>
            <a:gradFill flip="none" rotWithShape="1">
              <a:gsLst>
                <a:gs pos="100000">
                  <a:srgbClr val="002F87"/>
                </a:gs>
                <a:gs pos="0">
                  <a:schemeClr val="accent1"/>
                </a:gs>
                <a:gs pos="16000">
                  <a:schemeClr val="accent1">
                    <a:alpha val="55000"/>
                  </a:schemeClr>
                </a:gs>
                <a:gs pos="81000">
                  <a:srgbClr val="002F87">
                    <a:alpha val="55000"/>
                  </a:srgb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E79E6C1-1703-4D13-888D-11A6ABDD72FB}"/>
              </a:ext>
            </a:extLst>
          </p:cNvPr>
          <p:cNvSpPr>
            <a:spLocks/>
          </p:cNvSpPr>
          <p:nvPr userDrawn="1"/>
        </p:nvSpPr>
        <p:spPr>
          <a:xfrm>
            <a:off x="84000" y="81000"/>
            <a:ext cx="8534045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32586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43753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79818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9" name="Grafik 9">
            <a:extLst>
              <a:ext uri="{FF2B5EF4-FFF2-40B4-BE49-F238E27FC236}">
                <a16:creationId xmlns:a16="http://schemas.microsoft.com/office/drawing/2014/main" id="{AB9DCADF-6618-577D-9B23-E9F210B989D4}"/>
              </a:ext>
            </a:extLst>
          </p:cNvPr>
          <p:cNvSpPr/>
          <p:nvPr userDrawn="1"/>
        </p:nvSpPr>
        <p:spPr>
          <a:xfrm>
            <a:off x="383494" y="6449857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580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3D7E35-C8D1-5C96-1BC6-9CE277946B1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100000">
                <a:srgbClr val="002F87"/>
              </a:gs>
              <a:gs pos="0">
                <a:schemeClr val="accent1"/>
              </a:gs>
              <a:gs pos="24000">
                <a:schemeClr val="accent1"/>
              </a:gs>
              <a:gs pos="81000">
                <a:srgbClr val="002F8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DF8369-2696-90B2-201E-CF5D01F109DC}"/>
              </a:ext>
            </a:extLst>
          </p:cNvPr>
          <p:cNvSpPr>
            <a:spLocks/>
          </p:cNvSpPr>
          <p:nvPr userDrawn="1"/>
        </p:nvSpPr>
        <p:spPr>
          <a:xfrm>
            <a:off x="84000" y="81000"/>
            <a:ext cx="4116812" cy="669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79E6C1-1703-4D13-888D-11A6ABDD72FB}"/>
              </a:ext>
            </a:extLst>
          </p:cNvPr>
          <p:cNvSpPr>
            <a:spLocks/>
          </p:cNvSpPr>
          <p:nvPr userDrawn="1"/>
        </p:nvSpPr>
        <p:spPr>
          <a:xfrm>
            <a:off x="4284812" y="81000"/>
            <a:ext cx="7823188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2634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DF2023-BE74-D812-C26C-6CBECD54B8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1946" y="381002"/>
            <a:ext cx="7389054" cy="648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FFD52C7-F3A9-134F-6109-1DAC0994D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1946" y="1050368"/>
            <a:ext cx="7389054" cy="196977"/>
          </a:xfrm>
        </p:spPr>
        <p:txBody>
          <a:bodyPr wrap="square">
            <a:spAutoFit/>
          </a:bodyPr>
          <a:lstStyle>
            <a:lvl1pPr rtl="0">
              <a:defRPr lang="en-US" sz="1600" b="1" i="0" kern="1200" cap="none" spc="0" baseline="0" dirty="0" smtClean="0">
                <a:solidFill>
                  <a:schemeClr val="accent1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43753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79818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9" name="Grafik 9">
            <a:extLst>
              <a:ext uri="{FF2B5EF4-FFF2-40B4-BE49-F238E27FC236}">
                <a16:creationId xmlns:a16="http://schemas.microsoft.com/office/drawing/2014/main" id="{AB9DCADF-6618-577D-9B23-E9F210B989D4}"/>
              </a:ext>
            </a:extLst>
          </p:cNvPr>
          <p:cNvSpPr/>
          <p:nvPr userDrawn="1"/>
        </p:nvSpPr>
        <p:spPr>
          <a:xfrm>
            <a:off x="383494" y="6449857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2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3D7E35-C8D1-5C96-1BC6-9CE277946B1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100000">
                <a:srgbClr val="002F87"/>
              </a:gs>
              <a:gs pos="0">
                <a:schemeClr val="accent1"/>
              </a:gs>
              <a:gs pos="24000">
                <a:schemeClr val="accent1"/>
              </a:gs>
              <a:gs pos="81000">
                <a:srgbClr val="002F8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76140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DF2023-BE74-D812-C26C-6CBECD54B8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648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FFD52C7-F3A9-134F-6109-1DAC0994D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050368"/>
            <a:ext cx="11430000" cy="196977"/>
          </a:xfrm>
        </p:spPr>
        <p:txBody>
          <a:bodyPr>
            <a:spAutoFit/>
          </a:bodyPr>
          <a:lstStyle>
            <a:lvl1pPr rtl="0">
              <a:defRPr lang="en-US" sz="1600" b="1" i="0" kern="1200" cap="none" spc="0" baseline="0" dirty="0" smtClean="0">
                <a:solidFill>
                  <a:schemeClr val="accent1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43753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79818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9" name="Grafik 9">
            <a:extLst>
              <a:ext uri="{FF2B5EF4-FFF2-40B4-BE49-F238E27FC236}">
                <a16:creationId xmlns:a16="http://schemas.microsoft.com/office/drawing/2014/main" id="{AB9DCADF-6618-577D-9B23-E9F210B989D4}"/>
              </a:ext>
            </a:extLst>
          </p:cNvPr>
          <p:cNvSpPr/>
          <p:nvPr userDrawn="1"/>
        </p:nvSpPr>
        <p:spPr>
          <a:xfrm>
            <a:off x="383494" y="6449857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051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6BAD98-077D-106A-9D07-FB90CAE6EB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D9BDD-20F7-8B88-DF26-9E1843835BA2}"/>
              </a:ext>
            </a:extLst>
          </p:cNvPr>
          <p:cNvSpPr/>
          <p:nvPr userDrawn="1"/>
        </p:nvSpPr>
        <p:spPr>
          <a:xfrm>
            <a:off x="84000" y="81000"/>
            <a:ext cx="12024000" cy="6696000"/>
          </a:xfrm>
          <a:prstGeom prst="rect">
            <a:avLst/>
          </a:prstGeom>
          <a:gradFill flip="none" rotWithShape="1">
            <a:gsLst>
              <a:gs pos="100000">
                <a:srgbClr val="002F87"/>
              </a:gs>
              <a:gs pos="0">
                <a:schemeClr val="accent1"/>
              </a:gs>
              <a:gs pos="81000">
                <a:srgbClr val="002F87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lvl="0" algn="ctr" rtl="0"/>
            <a:endParaRPr lang="en-US"/>
          </a:p>
        </p:txBody>
      </p:sp>
      <p:pic>
        <p:nvPicPr>
          <p:cNvPr id="17" name="Imagen 4" descr="Un conjunto de letras blanc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1976730E-9D22-B871-916B-504B6EE1AB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grayscl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00" y="81000"/>
            <a:ext cx="12024000" cy="6696000"/>
          </a:xfrm>
          <a:prstGeom prst="rect">
            <a:avLst/>
          </a:prstGeom>
        </p:spPr>
      </p:pic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1767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DFA79C0E-E828-42BA-82F3-B52E675D27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363" y="2201244"/>
            <a:ext cx="2663017" cy="989219"/>
          </a:xfrm>
        </p:spPr>
        <p:txBody>
          <a:bodyPr wrap="none" lIns="0" tIns="45720" rIns="0" bIns="36000" anchor="ctr" anchorCtr="0">
            <a:noAutofit/>
          </a:bodyPr>
          <a:lstStyle>
            <a:lvl1pPr mar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9900" b="0" i="0">
                <a:solidFill>
                  <a:schemeClr val="bg1"/>
                </a:solidFill>
                <a:latin typeface="Graphik Extralight" panose="020B0303030202060203" pitchFamily="34" charset="0"/>
              </a:defRPr>
            </a:lvl1pPr>
            <a:lvl2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946E359C-88C4-CEE5-B4CB-5213F0F93B52}"/>
              </a:ext>
            </a:extLst>
          </p:cNvPr>
          <p:cNvSpPr/>
          <p:nvPr userDrawn="1"/>
        </p:nvSpPr>
        <p:spPr>
          <a:xfrm>
            <a:off x="383495" y="457199"/>
            <a:ext cx="3038436" cy="5516217"/>
          </a:xfrm>
          <a:custGeom>
            <a:avLst/>
            <a:gdLst>
              <a:gd name="connsiteX0" fmla="*/ 0 w 1315720"/>
              <a:gd name="connsiteY0" fmla="*/ 0 h 1859280"/>
              <a:gd name="connsiteX1" fmla="*/ 1315720 w 1315720"/>
              <a:gd name="connsiteY1" fmla="*/ 0 h 1859280"/>
              <a:gd name="connsiteX2" fmla="*/ 1315720 w 1315720"/>
              <a:gd name="connsiteY2" fmla="*/ 294640 h 1859280"/>
              <a:gd name="connsiteX3" fmla="*/ 1064260 w 1315720"/>
              <a:gd name="connsiteY3" fmla="*/ 294640 h 1859280"/>
              <a:gd name="connsiteX4" fmla="*/ 1064260 w 1315720"/>
              <a:gd name="connsiteY4" fmla="*/ 1564640 h 1859280"/>
              <a:gd name="connsiteX5" fmla="*/ 1315720 w 1315720"/>
              <a:gd name="connsiteY5" fmla="*/ 1564640 h 1859280"/>
              <a:gd name="connsiteX6" fmla="*/ 1315720 w 1315720"/>
              <a:gd name="connsiteY6" fmla="*/ 1859280 h 1859280"/>
              <a:gd name="connsiteX7" fmla="*/ 0 w 1315720"/>
              <a:gd name="connsiteY7" fmla="*/ 1859280 h 1859280"/>
              <a:gd name="connsiteX8" fmla="*/ 0 w 1315720"/>
              <a:gd name="connsiteY8" fmla="*/ 0 h 1859280"/>
              <a:gd name="connsiteX0" fmla="*/ 1064260 w 1315720"/>
              <a:gd name="connsiteY0" fmla="*/ 294640 h 1859280"/>
              <a:gd name="connsiteX1" fmla="*/ 1064260 w 1315720"/>
              <a:gd name="connsiteY1" fmla="*/ 1564640 h 1859280"/>
              <a:gd name="connsiteX2" fmla="*/ 1315720 w 1315720"/>
              <a:gd name="connsiteY2" fmla="*/ 1564640 h 1859280"/>
              <a:gd name="connsiteX3" fmla="*/ 1315720 w 1315720"/>
              <a:gd name="connsiteY3" fmla="*/ 1859280 h 1859280"/>
              <a:gd name="connsiteX4" fmla="*/ 0 w 1315720"/>
              <a:gd name="connsiteY4" fmla="*/ 1859280 h 1859280"/>
              <a:gd name="connsiteX5" fmla="*/ 0 w 1315720"/>
              <a:gd name="connsiteY5" fmla="*/ 0 h 1859280"/>
              <a:gd name="connsiteX6" fmla="*/ 1315720 w 1315720"/>
              <a:gd name="connsiteY6" fmla="*/ 0 h 1859280"/>
              <a:gd name="connsiteX7" fmla="*/ 1315720 w 1315720"/>
              <a:gd name="connsiteY7" fmla="*/ 294640 h 1859280"/>
              <a:gd name="connsiteX8" fmla="*/ 1155700 w 1315720"/>
              <a:gd name="connsiteY8" fmla="*/ 386080 h 1859280"/>
              <a:gd name="connsiteX0" fmla="*/ 1064260 w 1315720"/>
              <a:gd name="connsiteY0" fmla="*/ 1564640 h 1859280"/>
              <a:gd name="connsiteX1" fmla="*/ 1315720 w 1315720"/>
              <a:gd name="connsiteY1" fmla="*/ 1564640 h 1859280"/>
              <a:gd name="connsiteX2" fmla="*/ 1315720 w 1315720"/>
              <a:gd name="connsiteY2" fmla="*/ 1859280 h 1859280"/>
              <a:gd name="connsiteX3" fmla="*/ 0 w 1315720"/>
              <a:gd name="connsiteY3" fmla="*/ 1859280 h 1859280"/>
              <a:gd name="connsiteX4" fmla="*/ 0 w 1315720"/>
              <a:gd name="connsiteY4" fmla="*/ 0 h 1859280"/>
              <a:gd name="connsiteX5" fmla="*/ 1315720 w 1315720"/>
              <a:gd name="connsiteY5" fmla="*/ 0 h 1859280"/>
              <a:gd name="connsiteX6" fmla="*/ 1315720 w 1315720"/>
              <a:gd name="connsiteY6" fmla="*/ 294640 h 1859280"/>
              <a:gd name="connsiteX7" fmla="*/ 1155700 w 1315720"/>
              <a:gd name="connsiteY7" fmla="*/ 386080 h 1859280"/>
              <a:gd name="connsiteX0" fmla="*/ 1064260 w 1315720"/>
              <a:gd name="connsiteY0" fmla="*/ 1564640 h 1859280"/>
              <a:gd name="connsiteX1" fmla="*/ 1315720 w 1315720"/>
              <a:gd name="connsiteY1" fmla="*/ 1564640 h 1859280"/>
              <a:gd name="connsiteX2" fmla="*/ 1315720 w 1315720"/>
              <a:gd name="connsiteY2" fmla="*/ 1859280 h 1859280"/>
              <a:gd name="connsiteX3" fmla="*/ 0 w 1315720"/>
              <a:gd name="connsiteY3" fmla="*/ 1859280 h 1859280"/>
              <a:gd name="connsiteX4" fmla="*/ 0 w 1315720"/>
              <a:gd name="connsiteY4" fmla="*/ 0 h 1859280"/>
              <a:gd name="connsiteX5" fmla="*/ 1315720 w 1315720"/>
              <a:gd name="connsiteY5" fmla="*/ 0 h 1859280"/>
              <a:gd name="connsiteX6" fmla="*/ 1315720 w 1315720"/>
              <a:gd name="connsiteY6" fmla="*/ 294640 h 1859280"/>
              <a:gd name="connsiteX0" fmla="*/ 1315720 w 1315720"/>
              <a:gd name="connsiteY0" fmla="*/ 1564640 h 1859280"/>
              <a:gd name="connsiteX1" fmla="*/ 1315720 w 1315720"/>
              <a:gd name="connsiteY1" fmla="*/ 1859280 h 1859280"/>
              <a:gd name="connsiteX2" fmla="*/ 0 w 1315720"/>
              <a:gd name="connsiteY2" fmla="*/ 1859280 h 1859280"/>
              <a:gd name="connsiteX3" fmla="*/ 0 w 1315720"/>
              <a:gd name="connsiteY3" fmla="*/ 0 h 1859280"/>
              <a:gd name="connsiteX4" fmla="*/ 1315720 w 1315720"/>
              <a:gd name="connsiteY4" fmla="*/ 0 h 1859280"/>
              <a:gd name="connsiteX5" fmla="*/ 1315720 w 1315720"/>
              <a:gd name="connsiteY5" fmla="*/ 294640 h 185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5720" h="1859280">
                <a:moveTo>
                  <a:pt x="1315720" y="1564640"/>
                </a:moveTo>
                <a:lnTo>
                  <a:pt x="1315720" y="1859280"/>
                </a:lnTo>
                <a:lnTo>
                  <a:pt x="0" y="1859280"/>
                </a:lnTo>
                <a:lnTo>
                  <a:pt x="0" y="0"/>
                </a:lnTo>
                <a:lnTo>
                  <a:pt x="1315720" y="0"/>
                </a:lnTo>
                <a:lnTo>
                  <a:pt x="1315720" y="294640"/>
                </a:lnTo>
              </a:path>
            </a:pathLst>
          </a:cu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9CF6910-F7AB-7DDD-4794-97DEF4FD931C}"/>
              </a:ext>
            </a:extLst>
          </p:cNvPr>
          <p:cNvSpPr txBox="1">
            <a:spLocks/>
          </p:cNvSpPr>
          <p:nvPr userDrawn="1"/>
        </p:nvSpPr>
        <p:spPr>
          <a:xfrm>
            <a:off x="11375136" y="643753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0D558541-60C9-42A2-8392-FF12533A6B7A}" type="slidenum">
              <a:rPr lang="en-US" smtClean="0">
                <a:solidFill>
                  <a:schemeClr val="bg1"/>
                </a:solidFill>
              </a:rPr>
              <a:pPr rtl="0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1E647-9B9F-1EB8-8563-DD5E0B527CC5}"/>
              </a:ext>
            </a:extLst>
          </p:cNvPr>
          <p:cNvSpPr txBox="1">
            <a:spLocks/>
          </p:cNvSpPr>
          <p:nvPr userDrawn="1"/>
        </p:nvSpPr>
        <p:spPr>
          <a:xfrm>
            <a:off x="5580343" y="6479818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16" name="Grafik 9">
            <a:extLst>
              <a:ext uri="{FF2B5EF4-FFF2-40B4-BE49-F238E27FC236}">
                <a16:creationId xmlns:a16="http://schemas.microsoft.com/office/drawing/2014/main" id="{52636B0A-52C6-7815-01F9-B67CC22398C1}"/>
              </a:ext>
            </a:extLst>
          </p:cNvPr>
          <p:cNvSpPr/>
          <p:nvPr userDrawn="1"/>
        </p:nvSpPr>
        <p:spPr>
          <a:xfrm>
            <a:off x="383494" y="6449857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45B0DC58-DF72-4826-1A78-1A726314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55" y="3536567"/>
            <a:ext cx="9431976" cy="1134826"/>
          </a:xfrm>
        </p:spPr>
        <p:txBody>
          <a:bodyPr vert="horz" anchor="t" anchorCtr="0"/>
          <a:lstStyle>
            <a:lvl1pPr rtl="0">
              <a:lnSpc>
                <a:spcPct val="100000"/>
              </a:lnSpc>
              <a:defRPr lang="de-DE" sz="4400" b="0" i="0" kern="1200" cap="none" spc="-7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500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bg>
      <p:bgPr>
        <a:blipFill dpi="0" rotWithShape="1">
          <a:blip r:embed="rId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41156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E90120F-3E69-C6A4-2594-566776BECFD5}"/>
              </a:ext>
            </a:extLst>
          </p:cNvPr>
          <p:cNvSpPr/>
          <p:nvPr userDrawn="1"/>
        </p:nvSpPr>
        <p:spPr>
          <a:xfrm>
            <a:off x="4454574" y="107731"/>
            <a:ext cx="7632323" cy="6642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14B02EE-3A05-A3E1-A7DA-0576DD36B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1540" y="381002"/>
            <a:ext cx="6610391" cy="6942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1798335-CF40-9B7B-020A-D46F97081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0B8B0A-7FBE-ED10-0C4E-A325A0EC73E6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sp>
        <p:nvSpPr>
          <p:cNvPr id="15" name="Text Placeholder 22">
            <a:extLst>
              <a:ext uri="{FF2B5EF4-FFF2-40B4-BE49-F238E27FC236}">
                <a16:creationId xmlns:a16="http://schemas.microsoft.com/office/drawing/2014/main" id="{F8796766-4112-8742-ED7B-4F58D8B482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01540" y="1592262"/>
            <a:ext cx="7109460" cy="4587605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100"/>
              </a:spcAft>
              <a:defRPr sz="1400"/>
            </a:lvl1pPr>
            <a:lvl2pPr marL="0" indent="0" rtl="0">
              <a:lnSpc>
                <a:spcPct val="100000"/>
              </a:lnSpc>
              <a:spcAft>
                <a:spcPts val="100"/>
              </a:spcAft>
              <a:buNone/>
              <a:defRPr sz="1200">
                <a:latin typeface="+mj-lt"/>
              </a:defRPr>
            </a:lvl2pPr>
            <a:lvl3pPr marL="108000" indent="-108000" rtl="0">
              <a:lnSpc>
                <a:spcPct val="100000"/>
              </a:lnSpc>
              <a:spcAft>
                <a:spcPts val="100"/>
              </a:spcAft>
              <a:buFont typeface="Arial" panose="020B0604020202020204" pitchFamily="34" charset="0"/>
              <a:buChar char="•"/>
              <a:defRPr sz="1050"/>
            </a:lvl3pPr>
            <a:lvl4pPr rtl="0">
              <a:lnSpc>
                <a:spcPct val="100000"/>
              </a:lnSpc>
              <a:spcAft>
                <a:spcPts val="100"/>
              </a:spcAft>
              <a:defRPr sz="1050"/>
            </a:lvl4pPr>
            <a:lvl5pPr rtl="0">
              <a:lnSpc>
                <a:spcPct val="100000"/>
              </a:lnSpc>
              <a:spcAft>
                <a:spcPts val="100"/>
              </a:spcAft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355396-0F0B-F590-F414-1D3ABB606813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B5774C-428C-5091-B995-01E7776BFC37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adFill>
              <a:gsLst>
                <a:gs pos="0">
                  <a:srgbClr val="3797B3"/>
                </a:gs>
                <a:gs pos="100000">
                  <a:schemeClr val="accent3"/>
                </a:gs>
              </a:gsLst>
              <a:lin ang="0" scaled="1"/>
            </a:gradFill>
          </p:grpSpPr>
          <p:grpSp>
            <p:nvGrpSpPr>
              <p:cNvPr id="39" name="Graphic 113">
                <a:extLst>
                  <a:ext uri="{FF2B5EF4-FFF2-40B4-BE49-F238E27FC236}">
                    <a16:creationId xmlns:a16="http://schemas.microsoft.com/office/drawing/2014/main" id="{3F2DB653-D805-0F24-73B7-76D1CF177875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A7822A68-39CD-6848-ACBE-9378AE73A9CA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0C3013B9-03D3-12E9-1FCF-35D1AB93C6D9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9950AFB8-FCCA-20C0-3594-9C1450E86CCD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E6EF1B5-F0E3-FF11-3EB6-A5B81DA5E9A8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2233A764-EEE0-FA2C-0BD5-1D641B6E94C8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1DB3FB84-732E-4F1B-0314-6311BE22F2F4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40" name="Graphic 113">
                <a:extLst>
                  <a:ext uri="{FF2B5EF4-FFF2-40B4-BE49-F238E27FC236}">
                    <a16:creationId xmlns:a16="http://schemas.microsoft.com/office/drawing/2014/main" id="{3A03471C-A7F6-CDD7-EDD3-ADD5BF0AB371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8C0D165-DED9-0486-32F2-FF080EB005CD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2EA2CC39-8515-E190-E5CF-894D1767601B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A946F3-8864-4AEE-FEEF-65027884E347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32C6A75-CAF4-48BB-A625-8BDBAFDF23F2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352AADF-0F01-85D0-4B0C-CFE64A92D11A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2D6853BE-5388-226C-DC8A-6DB13E0105F8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5E58751-ABED-CF6A-40BF-A5128CA9C53D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9" name="Graphic 113">
              <a:extLst>
                <a:ext uri="{FF2B5EF4-FFF2-40B4-BE49-F238E27FC236}">
                  <a16:creationId xmlns:a16="http://schemas.microsoft.com/office/drawing/2014/main" id="{741AA1AE-6D8B-BACE-B3CC-80DBBA3981E5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solidFill>
              <a:srgbClr val="000000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64E64CD-245C-A2EC-B0F2-9BAB20222546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D67414E-4607-A328-7458-87655E82A91E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5C36976-0489-1658-4C1E-EF29DBD456E5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FBE3828-7657-5954-44D0-2585F564B610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B53E2C-F1DE-6B98-93BA-9C7B21246A9C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B04BE33-76BF-5C2F-6528-6C088180E4E0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9C1AE67-118C-F8AD-AA49-D908E7AF6D6E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AC8D9E3-91B2-C29F-7D29-6BB927A73586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95A9533-BD00-BB2D-A5E0-0EC0E77FE2A8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403CC33-17A5-7541-79C1-21B614C67978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724BB01-95DB-55EC-BCB0-DD3E10426E7A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B9F6966-E242-2103-E0FE-1C8BE2AB0F4C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F0091CB-727E-AAA8-03EC-FAF23D6B47CE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365FB29-DDA1-7304-5472-BE6F3C46E2AD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1ECB4EB-27DF-FC37-7C11-9630769B7E4B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F643BD-D2E3-4410-5674-B0EE770097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5103" y="107731"/>
            <a:ext cx="4349471" cy="664253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Grafik 9">
            <a:extLst>
              <a:ext uri="{FF2B5EF4-FFF2-40B4-BE49-F238E27FC236}">
                <a16:creationId xmlns:a16="http://schemas.microsoft.com/office/drawing/2014/main" id="{D859999C-F2C0-0C48-CA62-BD6BEBDFCA8C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784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353878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EBBE079-E6A3-E998-96B9-633AEC6989FF}"/>
              </a:ext>
            </a:extLst>
          </p:cNvPr>
          <p:cNvSpPr/>
          <p:nvPr userDrawn="1"/>
        </p:nvSpPr>
        <p:spPr>
          <a:xfrm>
            <a:off x="-1" y="6171188"/>
            <a:ext cx="12086897" cy="69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5DE3B9-9EE4-E06B-76DA-1A452261F0AC}"/>
              </a:ext>
            </a:extLst>
          </p:cNvPr>
          <p:cNvSpPr/>
          <p:nvPr userDrawn="1"/>
        </p:nvSpPr>
        <p:spPr>
          <a:xfrm>
            <a:off x="0" y="107731"/>
            <a:ext cx="12086897" cy="9675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DF2023-BE74-D812-C26C-6CBECD54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2"/>
            <a:ext cx="10861573" cy="694266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5A83F6-509A-2D18-D5E5-5F79A68E66B0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  <a:solidFill>
            <a:schemeClr val="bg1"/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60708F-A0D2-9D3C-3BCF-8724C8F0B5EC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pFill/>
          </p:grpSpPr>
          <p:grpSp>
            <p:nvGrpSpPr>
              <p:cNvPr id="31" name="Graphic 113">
                <a:extLst>
                  <a:ext uri="{FF2B5EF4-FFF2-40B4-BE49-F238E27FC236}">
                    <a16:creationId xmlns:a16="http://schemas.microsoft.com/office/drawing/2014/main" id="{C07C3933-54BF-2B9A-31C8-98347E73860B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5759E4B-084E-4F9C-0B32-7D8419A6D609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3DF3C150-6CE0-8C7E-8894-234304B7A2D9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1C21DE9-3E86-BF0D-4439-F1EA0F4BACA2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C164E453-8072-DCD8-24D9-245EDBDDCAB1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542D75F-04EF-507A-9AF3-57B9D9B8E960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33C2153-EBAB-C879-107A-80F21FC6B05D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32" name="Graphic 113">
                <a:extLst>
                  <a:ext uri="{FF2B5EF4-FFF2-40B4-BE49-F238E27FC236}">
                    <a16:creationId xmlns:a16="http://schemas.microsoft.com/office/drawing/2014/main" id="{45BE87E8-162F-689F-021A-D68879F2270E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3765779C-4A14-EFB0-6539-22C7DCB04D16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089A51B-12A4-C07C-CE04-864A16B15464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AE00ADC3-4BBF-0265-6373-F817F6F560B2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1CCA33DA-B42E-1268-F522-7946240136C5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C770B71-21B6-26C9-4E05-18F1B9880F4C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D30B01C-2D77-2605-F517-76E7F2874A90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0337B6D-F7BC-905B-EA36-07A7827F9819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5" name="Graphic 113">
              <a:extLst>
                <a:ext uri="{FF2B5EF4-FFF2-40B4-BE49-F238E27FC236}">
                  <a16:creationId xmlns:a16="http://schemas.microsoft.com/office/drawing/2014/main" id="{51B08D04-67EA-FB94-CF23-8119650003AA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grp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BFDA76-8CB2-4066-AE89-E039E2D6AAE7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85E6DE7-AD5A-5072-AD05-811C0E2FAA89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098F65F-C8AE-0BBB-CCAA-FDA115C8C9DB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2EACA1F-72FA-E96A-BDD6-EF0F0C8903E6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91B3499-6FF5-5F99-931E-C54B672638B5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35086E6-3FB1-48F8-58AA-CB0E7C67FC7E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0C4E805-8570-2790-11E5-2CB3B0224039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09057A1-C2B4-93C6-54EE-7888A29C6A60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4A277CF-86B5-19BC-B9D3-0A43AF969A3E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BB91024-28AB-510B-3BFC-30CA1B5B8C9E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901FDFD-CA42-18E4-EDCC-D10778D19184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D1631CC-8E32-9129-7FB8-8432944B160A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572EB4F-A657-F223-6194-C93600782908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A4424D9-AA4C-EBF8-A836-621AB9466BDF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6062700-6CF0-836A-83D4-EB56C3E9C41C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F7D9E4F4-2F47-A0DB-6041-DEE8F53DD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89822" y="1476261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89CEEA49-0F14-136D-C4F5-FF4F59B20B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68175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4FDB7411-A762-B22E-6EDB-3BF4BC34E0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53588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A081EA1F-28F1-9170-04B3-EC88B83469F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39000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 rtl="0">
              <a:defRPr lang="en-US" sz="1000" dirty="0" smtClean="0">
                <a:solidFill>
                  <a:schemeClr val="accent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5797483-937A-330C-8C96-EEE546804D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2762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5112485D-565C-9561-6753-1BA49BEF80A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1000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5" name="Picture Placeholder 63">
            <a:extLst>
              <a:ext uri="{FF2B5EF4-FFF2-40B4-BE49-F238E27FC236}">
                <a16:creationId xmlns:a16="http://schemas.microsoft.com/office/drawing/2014/main" id="{E715D863-D0FC-75A4-BCFA-2C6C5854E3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68175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6" name="Picture Placeholder 63">
            <a:extLst>
              <a:ext uri="{FF2B5EF4-FFF2-40B4-BE49-F238E27FC236}">
                <a16:creationId xmlns:a16="http://schemas.microsoft.com/office/drawing/2014/main" id="{645644E0-E1EB-9262-7DAD-8ABA2CECB84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53588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7" name="Picture Placeholder 63">
            <a:extLst>
              <a:ext uri="{FF2B5EF4-FFF2-40B4-BE49-F238E27FC236}">
                <a16:creationId xmlns:a16="http://schemas.microsoft.com/office/drawing/2014/main" id="{1688EA45-DB62-0CE7-F48C-84343CF1226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39000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6A04A839-5DE4-BC36-4883-9A8CB3B67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73473" y="147626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CFEDC878-9D0A-7962-845A-9130EB1870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8886" y="147626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BD876A94-6865-AC63-C5D4-DE0F9C8EE4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44298" y="147626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409F7B3F-0E35-18AC-543C-EC49550ECE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4671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329165D5-5659-0DBF-CDFE-B44ABE17FC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80084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0CB289D6-F5A7-CBA1-0AEF-8FE00E9A411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65497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4" name="Text Placeholder 6">
            <a:extLst>
              <a:ext uri="{FF2B5EF4-FFF2-40B4-BE49-F238E27FC236}">
                <a16:creationId xmlns:a16="http://schemas.microsoft.com/office/drawing/2014/main" id="{CC5EAB46-1737-88CE-5B82-5F644FDB21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050909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031C42F6-A6C0-2D77-7FD9-D2FA6975DB3A}"/>
              </a:ext>
            </a:extLst>
          </p:cNvPr>
          <p:cNvSpPr txBox="1">
            <a:spLocks/>
          </p:cNvSpPr>
          <p:nvPr userDrawn="1"/>
        </p:nvSpPr>
        <p:spPr>
          <a:xfrm>
            <a:off x="394671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7E96385D-966C-2B50-FBB4-2E0484F4FAA5}"/>
              </a:ext>
            </a:extLst>
          </p:cNvPr>
          <p:cNvSpPr txBox="1">
            <a:spLocks/>
          </p:cNvSpPr>
          <p:nvPr userDrawn="1"/>
        </p:nvSpPr>
        <p:spPr>
          <a:xfrm>
            <a:off x="3280084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0BF3D8F9-3E1C-3900-135A-947DEDF87724}"/>
              </a:ext>
            </a:extLst>
          </p:cNvPr>
          <p:cNvSpPr txBox="1">
            <a:spLocks/>
          </p:cNvSpPr>
          <p:nvPr userDrawn="1"/>
        </p:nvSpPr>
        <p:spPr>
          <a:xfrm>
            <a:off x="6165497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F5C3F054-07A1-A8B0-1B2E-0511C9979918}"/>
              </a:ext>
            </a:extLst>
          </p:cNvPr>
          <p:cNvSpPr txBox="1">
            <a:spLocks/>
          </p:cNvSpPr>
          <p:nvPr userDrawn="1"/>
        </p:nvSpPr>
        <p:spPr>
          <a:xfrm>
            <a:off x="9050909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FB8AA214-A62A-0853-7D69-77498D38E6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187554" y="3921645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0" name="Text Placeholder 6">
            <a:extLst>
              <a:ext uri="{FF2B5EF4-FFF2-40B4-BE49-F238E27FC236}">
                <a16:creationId xmlns:a16="http://schemas.microsoft.com/office/drawing/2014/main" id="{0014E99B-F5CF-7CE1-FD4B-85991524C72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265907" y="3658913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6">
            <a:extLst>
              <a:ext uri="{FF2B5EF4-FFF2-40B4-BE49-F238E27FC236}">
                <a16:creationId xmlns:a16="http://schemas.microsoft.com/office/drawing/2014/main" id="{80E57B96-8512-48A7-EF33-F2BB8F5855C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151320" y="3658913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6">
            <a:extLst>
              <a:ext uri="{FF2B5EF4-FFF2-40B4-BE49-F238E27FC236}">
                <a16:creationId xmlns:a16="http://schemas.microsoft.com/office/drawing/2014/main" id="{C37E0FF1-404B-878C-552A-4349545B336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036732" y="3658913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 rtl="0">
              <a:defRPr lang="en-US" sz="1000" dirty="0" smtClean="0">
                <a:solidFill>
                  <a:schemeClr val="accent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3" name="Text Placeholder 6">
            <a:extLst>
              <a:ext uri="{FF2B5EF4-FFF2-40B4-BE49-F238E27FC236}">
                <a16:creationId xmlns:a16="http://schemas.microsoft.com/office/drawing/2014/main" id="{15A880B6-AA87-4223-9EFC-BEDE01CFEEE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80494" y="3658913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Picture Placeholder 63">
            <a:extLst>
              <a:ext uri="{FF2B5EF4-FFF2-40B4-BE49-F238E27FC236}">
                <a16:creationId xmlns:a16="http://schemas.microsoft.com/office/drawing/2014/main" id="{4AD701DB-86A7-1FE4-93D8-B296D5EE242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8732" y="3851909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5" name="Picture Placeholder 63">
            <a:extLst>
              <a:ext uri="{FF2B5EF4-FFF2-40B4-BE49-F238E27FC236}">
                <a16:creationId xmlns:a16="http://schemas.microsoft.com/office/drawing/2014/main" id="{0F129790-5C8F-47E8-76F3-299F4ACE5EC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65907" y="3851909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6" name="Picture Placeholder 63">
            <a:extLst>
              <a:ext uri="{FF2B5EF4-FFF2-40B4-BE49-F238E27FC236}">
                <a16:creationId xmlns:a16="http://schemas.microsoft.com/office/drawing/2014/main" id="{CC14CD2A-9DDA-6F45-9D6D-3E49B349D6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151320" y="3851909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7" name="Picture Placeholder 63">
            <a:extLst>
              <a:ext uri="{FF2B5EF4-FFF2-40B4-BE49-F238E27FC236}">
                <a16:creationId xmlns:a16="http://schemas.microsoft.com/office/drawing/2014/main" id="{6BE030CA-18CF-D366-CF90-FCD46AA81CB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36732" y="3851909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9" name="Text Placeholder 6">
            <a:extLst>
              <a:ext uri="{FF2B5EF4-FFF2-40B4-BE49-F238E27FC236}">
                <a16:creationId xmlns:a16="http://schemas.microsoft.com/office/drawing/2014/main" id="{8A9492AF-FF24-4031-0EA2-AD402354C83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71205" y="3921644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0" name="Text Placeholder 6">
            <a:extLst>
              <a:ext uri="{FF2B5EF4-FFF2-40B4-BE49-F238E27FC236}">
                <a16:creationId xmlns:a16="http://schemas.microsoft.com/office/drawing/2014/main" id="{78ACA1CC-76F4-9A93-BCB6-DE13850DBED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956618" y="3921644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1" name="Text Placeholder 6">
            <a:extLst>
              <a:ext uri="{FF2B5EF4-FFF2-40B4-BE49-F238E27FC236}">
                <a16:creationId xmlns:a16="http://schemas.microsoft.com/office/drawing/2014/main" id="{90B10BE3-CFFD-CFA8-8FA7-522FFCC8110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842030" y="3921644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2" name="Text Placeholder 6">
            <a:extLst>
              <a:ext uri="{FF2B5EF4-FFF2-40B4-BE49-F238E27FC236}">
                <a16:creationId xmlns:a16="http://schemas.microsoft.com/office/drawing/2014/main" id="{34EBD766-AAA5-3B37-7B2D-E7AF0C5DB6F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92403" y="4982534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3" name="Text Placeholder 6">
            <a:extLst>
              <a:ext uri="{FF2B5EF4-FFF2-40B4-BE49-F238E27FC236}">
                <a16:creationId xmlns:a16="http://schemas.microsoft.com/office/drawing/2014/main" id="{4C22345C-494D-C87B-09C6-FD17E940FC8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277816" y="4982534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4" name="Text Placeholder 6">
            <a:extLst>
              <a:ext uri="{FF2B5EF4-FFF2-40B4-BE49-F238E27FC236}">
                <a16:creationId xmlns:a16="http://schemas.microsoft.com/office/drawing/2014/main" id="{F78F415C-CAFF-A341-8F88-A8EF6CFA46E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163229" y="4982534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6">
            <a:extLst>
              <a:ext uri="{FF2B5EF4-FFF2-40B4-BE49-F238E27FC236}">
                <a16:creationId xmlns:a16="http://schemas.microsoft.com/office/drawing/2014/main" id="{01B2A02C-1E3E-4DB4-1839-0C94247DF5C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048641" y="4982534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6" name="Text Placeholder 3">
            <a:extLst>
              <a:ext uri="{FF2B5EF4-FFF2-40B4-BE49-F238E27FC236}">
                <a16:creationId xmlns:a16="http://schemas.microsoft.com/office/drawing/2014/main" id="{6147908F-0755-343B-F41E-C105BB9CF635}"/>
              </a:ext>
            </a:extLst>
          </p:cNvPr>
          <p:cNvSpPr txBox="1">
            <a:spLocks/>
          </p:cNvSpPr>
          <p:nvPr userDrawn="1"/>
        </p:nvSpPr>
        <p:spPr>
          <a:xfrm>
            <a:off x="392403" y="4805600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27802A8-A812-EEF4-64EA-F0BE76543877}"/>
              </a:ext>
            </a:extLst>
          </p:cNvPr>
          <p:cNvSpPr txBox="1">
            <a:spLocks/>
          </p:cNvSpPr>
          <p:nvPr userDrawn="1"/>
        </p:nvSpPr>
        <p:spPr>
          <a:xfrm>
            <a:off x="3277816" y="4805600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98" name="Text Placeholder 3">
            <a:extLst>
              <a:ext uri="{FF2B5EF4-FFF2-40B4-BE49-F238E27FC236}">
                <a16:creationId xmlns:a16="http://schemas.microsoft.com/office/drawing/2014/main" id="{15B11964-3278-3B70-8CC7-68093F1B03AC}"/>
              </a:ext>
            </a:extLst>
          </p:cNvPr>
          <p:cNvSpPr txBox="1">
            <a:spLocks/>
          </p:cNvSpPr>
          <p:nvPr userDrawn="1"/>
        </p:nvSpPr>
        <p:spPr>
          <a:xfrm>
            <a:off x="6163229" y="4805600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99" name="Text Placeholder 3">
            <a:extLst>
              <a:ext uri="{FF2B5EF4-FFF2-40B4-BE49-F238E27FC236}">
                <a16:creationId xmlns:a16="http://schemas.microsoft.com/office/drawing/2014/main" id="{448C6FB2-AAC2-418F-E932-8B6C91F7B8BE}"/>
              </a:ext>
            </a:extLst>
          </p:cNvPr>
          <p:cNvSpPr txBox="1">
            <a:spLocks/>
          </p:cNvSpPr>
          <p:nvPr userDrawn="1"/>
        </p:nvSpPr>
        <p:spPr>
          <a:xfrm>
            <a:off x="9048641" y="4805600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In Brief</a:t>
            </a:r>
          </a:p>
        </p:txBody>
      </p:sp>
      <p:sp>
        <p:nvSpPr>
          <p:cNvPr id="7" name="Grafik 9">
            <a:extLst>
              <a:ext uri="{FF2B5EF4-FFF2-40B4-BE49-F238E27FC236}">
                <a16:creationId xmlns:a16="http://schemas.microsoft.com/office/drawing/2014/main" id="{AEF65B40-9803-F928-14F6-66C9FDC12E99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01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4611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EBBE079-E6A3-E998-96B9-633AEC6989FF}"/>
              </a:ext>
            </a:extLst>
          </p:cNvPr>
          <p:cNvSpPr/>
          <p:nvPr userDrawn="1"/>
        </p:nvSpPr>
        <p:spPr>
          <a:xfrm>
            <a:off x="-1" y="6171188"/>
            <a:ext cx="12086897" cy="69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5DE3B9-9EE4-E06B-76DA-1A452261F0AC}"/>
              </a:ext>
            </a:extLst>
          </p:cNvPr>
          <p:cNvSpPr/>
          <p:nvPr userDrawn="1"/>
        </p:nvSpPr>
        <p:spPr>
          <a:xfrm>
            <a:off x="0" y="107731"/>
            <a:ext cx="12086897" cy="9675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DF2023-BE74-D812-C26C-6CBECD54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2"/>
            <a:ext cx="10861573" cy="694266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5A83F6-509A-2D18-D5E5-5F79A68E66B0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  <a:solidFill>
            <a:schemeClr val="bg1"/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60708F-A0D2-9D3C-3BCF-8724C8F0B5EC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pFill/>
          </p:grpSpPr>
          <p:grpSp>
            <p:nvGrpSpPr>
              <p:cNvPr id="31" name="Graphic 113">
                <a:extLst>
                  <a:ext uri="{FF2B5EF4-FFF2-40B4-BE49-F238E27FC236}">
                    <a16:creationId xmlns:a16="http://schemas.microsoft.com/office/drawing/2014/main" id="{C07C3933-54BF-2B9A-31C8-98347E73860B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5759E4B-084E-4F9C-0B32-7D8419A6D609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3DF3C150-6CE0-8C7E-8894-234304B7A2D9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1C21DE9-3E86-BF0D-4439-F1EA0F4BACA2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C164E453-8072-DCD8-24D9-245EDBDDCAB1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542D75F-04EF-507A-9AF3-57B9D9B8E960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33C2153-EBAB-C879-107A-80F21FC6B05D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32" name="Graphic 113">
                <a:extLst>
                  <a:ext uri="{FF2B5EF4-FFF2-40B4-BE49-F238E27FC236}">
                    <a16:creationId xmlns:a16="http://schemas.microsoft.com/office/drawing/2014/main" id="{45BE87E8-162F-689F-021A-D68879F2270E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3765779C-4A14-EFB0-6539-22C7DCB04D16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089A51B-12A4-C07C-CE04-864A16B15464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AE00ADC3-4BBF-0265-6373-F817F6F560B2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1CCA33DA-B42E-1268-F522-7946240136C5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C770B71-21B6-26C9-4E05-18F1B9880F4C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D30B01C-2D77-2605-F517-76E7F2874A90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0337B6D-F7BC-905B-EA36-07A7827F9819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5" name="Graphic 113">
              <a:extLst>
                <a:ext uri="{FF2B5EF4-FFF2-40B4-BE49-F238E27FC236}">
                  <a16:creationId xmlns:a16="http://schemas.microsoft.com/office/drawing/2014/main" id="{51B08D04-67EA-FB94-CF23-8119650003AA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grp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BFDA76-8CB2-4066-AE89-E039E2D6AAE7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85E6DE7-AD5A-5072-AD05-811C0E2FAA89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098F65F-C8AE-0BBB-CCAA-FDA115C8C9DB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2EACA1F-72FA-E96A-BDD6-EF0F0C8903E6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91B3499-6FF5-5F99-931E-C54B672638B5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35086E6-3FB1-48F8-58AA-CB0E7C67FC7E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0C4E805-8570-2790-11E5-2CB3B0224039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09057A1-C2B4-93C6-54EE-7888A29C6A60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4A277CF-86B5-19BC-B9D3-0A43AF969A3E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BB91024-28AB-510B-3BFC-30CA1B5B8C9E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901FDFD-CA42-18E4-EDCC-D10778D19184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D1631CC-8E32-9129-7FB8-8432944B160A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572EB4F-A657-F223-6194-C93600782908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A4424D9-AA4C-EBF8-A836-621AB9466BDF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6062700-6CF0-836A-83D4-EB56C3E9C41C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82DC8016-9915-FB72-458C-9645B19D7A68}"/>
              </a:ext>
            </a:extLst>
          </p:cNvPr>
          <p:cNvSpPr/>
          <p:nvPr userDrawn="1"/>
        </p:nvSpPr>
        <p:spPr>
          <a:xfrm>
            <a:off x="110168" y="5535053"/>
            <a:ext cx="11976728" cy="6307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F7D9E4F4-2F47-A0DB-6041-DEE8F53DD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89822" y="1476261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89CEEA49-0F14-136D-C4F5-FF4F59B20B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68175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4FDB7411-A762-B22E-6EDB-3BF4BC34E0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53588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A081EA1F-28F1-9170-04B3-EC88B83469F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39000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 rtl="0">
              <a:defRPr lang="en-US" sz="1000" dirty="0" smtClean="0">
                <a:solidFill>
                  <a:schemeClr val="accent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5797483-937A-330C-8C96-EEE546804D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2762" y="121352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5112485D-565C-9561-6753-1BA49BEF80A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1000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5" name="Picture Placeholder 63">
            <a:extLst>
              <a:ext uri="{FF2B5EF4-FFF2-40B4-BE49-F238E27FC236}">
                <a16:creationId xmlns:a16="http://schemas.microsoft.com/office/drawing/2014/main" id="{E715D863-D0FC-75A4-BCFA-2C6C5854E3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68175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6" name="Picture Placeholder 63">
            <a:extLst>
              <a:ext uri="{FF2B5EF4-FFF2-40B4-BE49-F238E27FC236}">
                <a16:creationId xmlns:a16="http://schemas.microsoft.com/office/drawing/2014/main" id="{645644E0-E1EB-9262-7DAD-8ABA2CECB84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53588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7" name="Picture Placeholder 63">
            <a:extLst>
              <a:ext uri="{FF2B5EF4-FFF2-40B4-BE49-F238E27FC236}">
                <a16:creationId xmlns:a16="http://schemas.microsoft.com/office/drawing/2014/main" id="{1688EA45-DB62-0CE7-F48C-84343CF1226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39000" y="140652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6A04A839-5DE4-BC36-4883-9A8CB3B67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73473" y="147626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CFEDC878-9D0A-7962-845A-9130EB1870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8886" y="147626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BD876A94-6865-AC63-C5D4-DE0F9C8EE4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44298" y="147626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409F7B3F-0E35-18AC-543C-EC49550ECE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4671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329165D5-5659-0DBF-CDFE-B44ABE17FC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80084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0CB289D6-F5A7-CBA1-0AEF-8FE00E9A411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65497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4" name="Text Placeholder 6">
            <a:extLst>
              <a:ext uri="{FF2B5EF4-FFF2-40B4-BE49-F238E27FC236}">
                <a16:creationId xmlns:a16="http://schemas.microsoft.com/office/drawing/2014/main" id="{CC5EAB46-1737-88CE-5B82-5F644FDB21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050909" y="253715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031C42F6-A6C0-2D77-7FD9-D2FA6975DB3A}"/>
              </a:ext>
            </a:extLst>
          </p:cNvPr>
          <p:cNvSpPr txBox="1">
            <a:spLocks/>
          </p:cNvSpPr>
          <p:nvPr userDrawn="1"/>
        </p:nvSpPr>
        <p:spPr>
          <a:xfrm>
            <a:off x="394671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7E96385D-966C-2B50-FBB4-2E0484F4FAA5}"/>
              </a:ext>
            </a:extLst>
          </p:cNvPr>
          <p:cNvSpPr txBox="1">
            <a:spLocks/>
          </p:cNvSpPr>
          <p:nvPr userDrawn="1"/>
        </p:nvSpPr>
        <p:spPr>
          <a:xfrm>
            <a:off x="3280084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0BF3D8F9-3E1C-3900-135A-947DEDF87724}"/>
              </a:ext>
            </a:extLst>
          </p:cNvPr>
          <p:cNvSpPr txBox="1">
            <a:spLocks/>
          </p:cNvSpPr>
          <p:nvPr userDrawn="1"/>
        </p:nvSpPr>
        <p:spPr>
          <a:xfrm>
            <a:off x="6165497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F5C3F054-07A1-A8B0-1B2E-0511C9979918}"/>
              </a:ext>
            </a:extLst>
          </p:cNvPr>
          <p:cNvSpPr txBox="1">
            <a:spLocks/>
          </p:cNvSpPr>
          <p:nvPr userDrawn="1"/>
        </p:nvSpPr>
        <p:spPr>
          <a:xfrm>
            <a:off x="9050909" y="236021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88" name="Text Placeholder 3">
            <a:extLst>
              <a:ext uri="{FF2B5EF4-FFF2-40B4-BE49-F238E27FC236}">
                <a16:creationId xmlns:a16="http://schemas.microsoft.com/office/drawing/2014/main" id="{B41FB046-E2C2-2EA4-6DBB-A236D74961EA}"/>
              </a:ext>
            </a:extLst>
          </p:cNvPr>
          <p:cNvSpPr txBox="1">
            <a:spLocks/>
          </p:cNvSpPr>
          <p:nvPr userDrawn="1"/>
        </p:nvSpPr>
        <p:spPr>
          <a:xfrm>
            <a:off x="394671" y="5710857"/>
            <a:ext cx="1626553" cy="287566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About the team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FB8AA214-A62A-0853-7D69-77498D38E6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187554" y="3668091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0" name="Text Placeholder 6">
            <a:extLst>
              <a:ext uri="{FF2B5EF4-FFF2-40B4-BE49-F238E27FC236}">
                <a16:creationId xmlns:a16="http://schemas.microsoft.com/office/drawing/2014/main" id="{0014E99B-F5CF-7CE1-FD4B-85991524C72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265907" y="340535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6">
            <a:extLst>
              <a:ext uri="{FF2B5EF4-FFF2-40B4-BE49-F238E27FC236}">
                <a16:creationId xmlns:a16="http://schemas.microsoft.com/office/drawing/2014/main" id="{80E57B96-8512-48A7-EF33-F2BB8F5855C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151320" y="340535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6">
            <a:extLst>
              <a:ext uri="{FF2B5EF4-FFF2-40B4-BE49-F238E27FC236}">
                <a16:creationId xmlns:a16="http://schemas.microsoft.com/office/drawing/2014/main" id="{C37E0FF1-404B-878C-552A-4349545B336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036732" y="340535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 rtl="0">
              <a:defRPr lang="en-US" sz="1000" dirty="0" smtClean="0">
                <a:solidFill>
                  <a:schemeClr val="accent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3" name="Text Placeholder 6">
            <a:extLst>
              <a:ext uri="{FF2B5EF4-FFF2-40B4-BE49-F238E27FC236}">
                <a16:creationId xmlns:a16="http://schemas.microsoft.com/office/drawing/2014/main" id="{15A880B6-AA87-4223-9EFC-BEDE01CFEEE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80494" y="3405359"/>
            <a:ext cx="2772000" cy="192488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000" dirty="0" smtClean="0">
                <a:solidFill>
                  <a:schemeClr val="accent1"/>
                </a:solidFill>
              </a:defRPr>
            </a:lvl1pPr>
            <a:lvl2pPr marL="182875">
              <a:defRPr lang="en-US" sz="1000" dirty="0" smtClean="0">
                <a:solidFill>
                  <a:schemeClr val="tx1"/>
                </a:solidFill>
              </a:defRPr>
            </a:lvl2pPr>
            <a:lvl3pPr marL="365751">
              <a:defRPr lang="en-US" sz="1000" dirty="0" smtClean="0">
                <a:solidFill>
                  <a:schemeClr val="tx1"/>
                </a:solidFill>
              </a:defRPr>
            </a:lvl3pPr>
            <a:lvl4pPr>
              <a:defRPr lang="en-US" sz="1000" dirty="0" smtClean="0">
                <a:solidFill>
                  <a:schemeClr val="tx1"/>
                </a:solidFill>
              </a:defRPr>
            </a:lvl4pPr>
            <a:lvl5pPr>
              <a:defRPr lang="en-US" sz="10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Picture Placeholder 63">
            <a:extLst>
              <a:ext uri="{FF2B5EF4-FFF2-40B4-BE49-F238E27FC236}">
                <a16:creationId xmlns:a16="http://schemas.microsoft.com/office/drawing/2014/main" id="{4AD701DB-86A7-1FE4-93D8-B296D5EE242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8732" y="359835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5" name="Picture Placeholder 63">
            <a:extLst>
              <a:ext uri="{FF2B5EF4-FFF2-40B4-BE49-F238E27FC236}">
                <a16:creationId xmlns:a16="http://schemas.microsoft.com/office/drawing/2014/main" id="{0F129790-5C8F-47E8-76F3-299F4ACE5EC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65907" y="359835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6" name="Picture Placeholder 63">
            <a:extLst>
              <a:ext uri="{FF2B5EF4-FFF2-40B4-BE49-F238E27FC236}">
                <a16:creationId xmlns:a16="http://schemas.microsoft.com/office/drawing/2014/main" id="{CC14CD2A-9DDA-6F45-9D6D-3E49B349D6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151320" y="359835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7" name="Picture Placeholder 63">
            <a:extLst>
              <a:ext uri="{FF2B5EF4-FFF2-40B4-BE49-F238E27FC236}">
                <a16:creationId xmlns:a16="http://schemas.microsoft.com/office/drawing/2014/main" id="{6BE030CA-18CF-D366-CF90-FCD46AA81CB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36732" y="3598355"/>
            <a:ext cx="695409" cy="6954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>
            <a:lvl1pPr algn="ctr">
              <a:defRPr sz="1000"/>
            </a:lvl1pPr>
          </a:lstStyle>
          <a:p>
            <a:endParaRPr lang="de-DE"/>
          </a:p>
        </p:txBody>
      </p:sp>
      <p:sp>
        <p:nvSpPr>
          <p:cNvPr id="89" name="Text Placeholder 6">
            <a:extLst>
              <a:ext uri="{FF2B5EF4-FFF2-40B4-BE49-F238E27FC236}">
                <a16:creationId xmlns:a16="http://schemas.microsoft.com/office/drawing/2014/main" id="{8A9492AF-FF24-4031-0EA2-AD402354C83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71205" y="366809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0" name="Text Placeholder 6">
            <a:extLst>
              <a:ext uri="{FF2B5EF4-FFF2-40B4-BE49-F238E27FC236}">
                <a16:creationId xmlns:a16="http://schemas.microsoft.com/office/drawing/2014/main" id="{78ACA1CC-76F4-9A93-BCB6-DE13850DBED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956618" y="366809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1" name="Text Placeholder 6">
            <a:extLst>
              <a:ext uri="{FF2B5EF4-FFF2-40B4-BE49-F238E27FC236}">
                <a16:creationId xmlns:a16="http://schemas.microsoft.com/office/drawing/2014/main" id="{90B10BE3-CFFD-CFA8-8FA7-522FFCC8110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842030" y="3668090"/>
            <a:ext cx="1964940" cy="859316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400" dirty="0" smtClean="0">
                <a:solidFill>
                  <a:schemeClr val="accent3"/>
                </a:solidFill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200" dirty="0" smtClean="0"/>
            </a:lvl2pPr>
            <a:lvl3pPr marL="365751"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2" name="Text Placeholder 6">
            <a:extLst>
              <a:ext uri="{FF2B5EF4-FFF2-40B4-BE49-F238E27FC236}">
                <a16:creationId xmlns:a16="http://schemas.microsoft.com/office/drawing/2014/main" id="{34EBD766-AAA5-3B37-7B2D-E7AF0C5DB6F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92403" y="472898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3" name="Text Placeholder 6">
            <a:extLst>
              <a:ext uri="{FF2B5EF4-FFF2-40B4-BE49-F238E27FC236}">
                <a16:creationId xmlns:a16="http://schemas.microsoft.com/office/drawing/2014/main" id="{4C22345C-494D-C87B-09C6-FD17E940FC8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277816" y="472898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4" name="Text Placeholder 6">
            <a:extLst>
              <a:ext uri="{FF2B5EF4-FFF2-40B4-BE49-F238E27FC236}">
                <a16:creationId xmlns:a16="http://schemas.microsoft.com/office/drawing/2014/main" id="{F78F415C-CAFF-A341-8F88-A8EF6CFA46E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163229" y="472898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6">
            <a:extLst>
              <a:ext uri="{FF2B5EF4-FFF2-40B4-BE49-F238E27FC236}">
                <a16:creationId xmlns:a16="http://schemas.microsoft.com/office/drawing/2014/main" id="{01B2A02C-1E3E-4DB4-1839-0C94247DF5C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048641" y="4728980"/>
            <a:ext cx="2772000" cy="501779"/>
          </a:xfrm>
        </p:spPr>
        <p:txBody>
          <a:bodyPr vert="horz" lIns="0" tIns="0" rIns="0" bIns="0" rtlCol="0">
            <a:noAutofit/>
          </a:bodyPr>
          <a:lstStyle>
            <a:lvl1pPr rtl="0">
              <a:lnSpc>
                <a:spcPct val="100000"/>
              </a:lnSpc>
              <a:spcAft>
                <a:spcPts val="0"/>
              </a:spcAft>
              <a:defRPr lang="en-US" sz="1000" dirty="0" smtClean="0">
                <a:solidFill>
                  <a:schemeClr val="tx1"/>
                </a:solidFill>
                <a:latin typeface="+mn-lt"/>
              </a:defRPr>
            </a:lvl1pPr>
            <a:lvl2pPr marL="312" indent="0" rtl="0">
              <a:lnSpc>
                <a:spcPct val="100000"/>
              </a:lnSpc>
              <a:spcAft>
                <a:spcPts val="0"/>
              </a:spcAft>
              <a:buNone/>
              <a:defRPr lang="en-US" sz="1000" dirty="0" smtClean="0">
                <a:solidFill>
                  <a:schemeClr val="tx1"/>
                </a:solidFill>
                <a:latin typeface="+mn-lt"/>
              </a:defRPr>
            </a:lvl2pPr>
            <a:lvl3pPr marL="365751">
              <a:lnSpc>
                <a:spcPct val="100000"/>
              </a:lnSpc>
              <a:spcAft>
                <a:spcPts val="0"/>
              </a:spcAft>
              <a:defRPr lang="en-US" sz="1200" dirty="0" smtClean="0"/>
            </a:lvl3pPr>
            <a:lvl4pPr>
              <a:lnSpc>
                <a:spcPct val="100000"/>
              </a:lnSpc>
              <a:spcAft>
                <a:spcPts val="0"/>
              </a:spcAft>
              <a:defRPr lang="en-US" sz="1200" dirty="0" smtClean="0"/>
            </a:lvl4pPr>
            <a:lvl5pPr>
              <a:lnSpc>
                <a:spcPct val="100000"/>
              </a:lnSpc>
              <a:spcAft>
                <a:spcPts val="0"/>
              </a:spcAft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6" name="Text Placeholder 3">
            <a:extLst>
              <a:ext uri="{FF2B5EF4-FFF2-40B4-BE49-F238E27FC236}">
                <a16:creationId xmlns:a16="http://schemas.microsoft.com/office/drawing/2014/main" id="{6147908F-0755-343B-F41E-C105BB9CF635}"/>
              </a:ext>
            </a:extLst>
          </p:cNvPr>
          <p:cNvSpPr txBox="1">
            <a:spLocks/>
          </p:cNvSpPr>
          <p:nvPr userDrawn="1"/>
        </p:nvSpPr>
        <p:spPr>
          <a:xfrm>
            <a:off x="392403" y="455204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27802A8-A812-EEF4-64EA-F0BE76543877}"/>
              </a:ext>
            </a:extLst>
          </p:cNvPr>
          <p:cNvSpPr txBox="1">
            <a:spLocks/>
          </p:cNvSpPr>
          <p:nvPr userDrawn="1"/>
        </p:nvSpPr>
        <p:spPr>
          <a:xfrm>
            <a:off x="3277816" y="455204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98" name="Text Placeholder 3">
            <a:extLst>
              <a:ext uri="{FF2B5EF4-FFF2-40B4-BE49-F238E27FC236}">
                <a16:creationId xmlns:a16="http://schemas.microsoft.com/office/drawing/2014/main" id="{15B11964-3278-3B70-8CC7-68093F1B03AC}"/>
              </a:ext>
            </a:extLst>
          </p:cNvPr>
          <p:cNvSpPr txBox="1">
            <a:spLocks/>
          </p:cNvSpPr>
          <p:nvPr userDrawn="1"/>
        </p:nvSpPr>
        <p:spPr>
          <a:xfrm>
            <a:off x="6163229" y="455204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99" name="Text Placeholder 3">
            <a:extLst>
              <a:ext uri="{FF2B5EF4-FFF2-40B4-BE49-F238E27FC236}">
                <a16:creationId xmlns:a16="http://schemas.microsoft.com/office/drawing/2014/main" id="{448C6FB2-AAC2-418F-E932-8B6C91F7B8BE}"/>
              </a:ext>
            </a:extLst>
          </p:cNvPr>
          <p:cNvSpPr txBox="1">
            <a:spLocks/>
          </p:cNvSpPr>
          <p:nvPr userDrawn="1"/>
        </p:nvSpPr>
        <p:spPr>
          <a:xfrm>
            <a:off x="9048641" y="4552046"/>
            <a:ext cx="1379705" cy="1656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kern="1200" cap="none" baseline="0" noProof="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1pPr>
            <a:lvl2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271463" marR="0" indent="-180975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468000" marR="0" indent="-18000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612000" indent="-18000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tabLst>
                <a:tab pos="1169988" algn="l"/>
              </a:tabLst>
              <a:defRPr sz="1400" i="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cap="none" spc="0" baseline="0" noProof="0">
                <a:solidFill>
                  <a:schemeClr val="tx1"/>
                </a:solidFill>
                <a:latin typeface="Graphik Semibold" panose="020B0703030202060203" pitchFamily="34" charset="0"/>
                <a:ea typeface="+mj-ea"/>
                <a:cs typeface="+mj-cs"/>
              </a:rPr>
              <a:t>Core Skills</a:t>
            </a:r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6AC521DA-5EBC-1C89-BF84-C059ED0267F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020888" y="5535613"/>
            <a:ext cx="9780587" cy="630237"/>
          </a:xfrm>
        </p:spPr>
        <p:txBody>
          <a:bodyPr numCol="1" anchor="ctr"/>
          <a:lstStyle>
            <a:lvl2pPr marL="108000" indent="-108000" rtl="0">
              <a:spcAft>
                <a:spcPts val="0"/>
              </a:spcAft>
              <a:defRPr sz="1000"/>
            </a:lvl2pPr>
            <a:lvl3pPr marL="108000" indent="-108000" rtl="0">
              <a:spcAft>
                <a:spcPts val="0"/>
              </a:spcAft>
              <a:defRPr sz="1000"/>
            </a:lvl3pPr>
            <a:lvl4pPr marL="108000" indent="-108000" rtl="0">
              <a:spcAft>
                <a:spcPts val="0"/>
              </a:spcAft>
              <a:defRPr sz="1000"/>
            </a:lvl4pPr>
            <a:lvl5pPr marL="108000" indent="-108000" rtl="0">
              <a:spcAft>
                <a:spcPts val="0"/>
              </a:spcAft>
              <a:defRPr sz="1000"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Grafik 9">
            <a:extLst>
              <a:ext uri="{FF2B5EF4-FFF2-40B4-BE49-F238E27FC236}">
                <a16:creationId xmlns:a16="http://schemas.microsoft.com/office/drawing/2014/main" id="{509D8235-B66F-A813-ABBE-B725947C4A16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350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54500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Grafik 12" descr="Ein Bild, das Natur, Wolke, Nachthimmel enthält.&#10;&#10;Automatisch generierte Beschreibung">
            <a:extLst>
              <a:ext uri="{FF2B5EF4-FFF2-40B4-BE49-F238E27FC236}">
                <a16:creationId xmlns:a16="http://schemas.microsoft.com/office/drawing/2014/main" id="{3DEBE8C1-923A-903B-5356-E58EAB1CD3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79E6C1-1703-4D13-888D-11A6ABDD72FB}"/>
              </a:ext>
            </a:extLst>
          </p:cNvPr>
          <p:cNvSpPr/>
          <p:nvPr userDrawn="1"/>
        </p:nvSpPr>
        <p:spPr>
          <a:xfrm>
            <a:off x="105104" y="107731"/>
            <a:ext cx="11981793" cy="6642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017EFF-5632-7194-0796-A29C0ABE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E85EFE8-B14E-4A14-7F6D-BA8FB1541F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342325"/>
            <a:ext cx="11430000" cy="196977"/>
          </a:xfrm>
        </p:spPr>
        <p:txBody>
          <a:bodyPr>
            <a:spAutoFit/>
          </a:bodyPr>
          <a:lstStyle>
            <a:lvl1pPr rtl="0">
              <a:defRPr lang="en-US" sz="1600" b="1" i="0" kern="1200" cap="none" spc="0" baseline="0" dirty="0" smtClean="0">
                <a:solidFill>
                  <a:schemeClr val="accent3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97687F9-AE0D-9300-A8E1-B2DDBCE0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56744-6B5E-4751-95CE-C91B31439BBD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D44036-F0A7-3E5B-32F6-4D213069AB0E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BD10912-7C15-AC61-ECDC-4322FDDE3C39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adFill>
              <a:gsLst>
                <a:gs pos="0">
                  <a:srgbClr val="3797B3"/>
                </a:gs>
                <a:gs pos="100000">
                  <a:schemeClr val="accent3"/>
                </a:gs>
              </a:gsLst>
              <a:lin ang="0" scaled="1"/>
            </a:gradFill>
          </p:grpSpPr>
          <p:grpSp>
            <p:nvGrpSpPr>
              <p:cNvPr id="30" name="Graphic 113">
                <a:extLst>
                  <a:ext uri="{FF2B5EF4-FFF2-40B4-BE49-F238E27FC236}">
                    <a16:creationId xmlns:a16="http://schemas.microsoft.com/office/drawing/2014/main" id="{1BCE9FFC-471A-1CC4-62E1-258514A0C2D0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7D75278-62FE-0900-94FE-116DC5D967DB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B43C943-5C7F-E752-5A93-7E73BF27223A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EFA0A8B1-A7BE-B63E-5F84-65C3C37FE101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AAD8BA4-1AC1-BC45-CDFB-44FD6308E4DE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C8E5AA0-721F-09E1-75B6-17F45A37CF7D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C724AD7E-499F-BBA2-639A-171B624F27F4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31" name="Graphic 113">
                <a:extLst>
                  <a:ext uri="{FF2B5EF4-FFF2-40B4-BE49-F238E27FC236}">
                    <a16:creationId xmlns:a16="http://schemas.microsoft.com/office/drawing/2014/main" id="{258D90CD-841F-B45E-0F9D-AA159B638B31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30ECDCF-373F-E390-C3F4-54F30B0E40D6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1612B462-32BF-7BA0-7072-591356CFC2C8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EB9DB81-9F73-C51A-2A7C-74050B1E2BBA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4904AE14-87F7-3CD8-4DE5-29FF4516FCAC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D55ADE82-405E-9CA6-9EC6-7BCC85678BD3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97C98E0-3704-B9AB-047F-2D595C5904B9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8A1266F-669C-E7F3-2C4F-FEACB0DC9822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4" name="Graphic 113">
              <a:extLst>
                <a:ext uri="{FF2B5EF4-FFF2-40B4-BE49-F238E27FC236}">
                  <a16:creationId xmlns:a16="http://schemas.microsoft.com/office/drawing/2014/main" id="{D1698D03-BB7F-1470-2C39-870BF6C327FF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solidFill>
              <a:srgbClr val="000000"/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6828EB7-9F7C-791C-D2C6-7D49EAA7CB39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AE10281-8586-5C58-C7BE-9D1F16A92D1E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D76FBC2-85C6-99D6-56C0-01A61B7EAE26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FA7D061-5116-017F-380D-F91C7B135F29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1C3EAE-5817-C4AF-B251-1FB134BCF1CB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EC20E49-E84B-F18A-965A-6AE237B988F6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F95CB33-52E3-E97C-A49F-E594D29C969E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32726AE-D8B4-6BEC-D59B-3C7D5552B24A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EDAC874-EAFC-0EBB-EA19-EFACA0B7B4B4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B8034FE-07EE-FF0D-0E3C-CEFFF87FB585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54FDC50-7566-0B5A-38D5-DD25468D064A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9115642-0A5E-F124-7D32-377CF6A6C47B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3492582-3F46-0C91-1396-BA9B69C3188A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DBF0AE5-B5C4-CD96-E123-6039E8DF5F5C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4F205C6-6877-F533-7CD1-51CEA0D3A04A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8" name="Grafik 9">
            <a:extLst>
              <a:ext uri="{FF2B5EF4-FFF2-40B4-BE49-F238E27FC236}">
                <a16:creationId xmlns:a16="http://schemas.microsoft.com/office/drawing/2014/main" id="{2E3DD377-1381-A7FA-F0D8-9E4737601DD2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7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17937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F2EF9730-E9A4-E719-B89D-A1FC3C34EADC}"/>
              </a:ext>
            </a:extLst>
          </p:cNvPr>
          <p:cNvSpPr/>
          <p:nvPr userDrawn="1"/>
        </p:nvSpPr>
        <p:spPr>
          <a:xfrm>
            <a:off x="105105" y="107731"/>
            <a:ext cx="8642288" cy="6642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415E36-76C4-6924-A8D8-453CC2DBF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7E636-BCE0-CD00-7BD2-4DEB70972993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45101F-FBB6-47C9-3735-BCCEE1C015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47240" y="1613100"/>
            <a:ext cx="1895264" cy="1895264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de-D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F109B4B-419B-3DCD-6653-0171D0988C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381000"/>
            <a:ext cx="5715000" cy="5798868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100"/>
              </a:spcAft>
              <a:defRPr sz="1200"/>
            </a:lvl1pPr>
            <a:lvl2pPr marL="0" indent="0" rtl="0">
              <a:lnSpc>
                <a:spcPct val="100000"/>
              </a:lnSpc>
              <a:spcAft>
                <a:spcPts val="100"/>
              </a:spcAft>
              <a:buNone/>
              <a:defRPr sz="1050">
                <a:latin typeface="+mj-lt"/>
              </a:defRPr>
            </a:lvl2pPr>
            <a:lvl3pPr marL="108000" indent="-108000" rtl="0">
              <a:lnSpc>
                <a:spcPct val="100000"/>
              </a:lnSpc>
              <a:spcAft>
                <a:spcPts val="100"/>
              </a:spcAft>
              <a:buFont typeface="Arial" panose="020B0604020202020204" pitchFamily="34" charset="0"/>
              <a:buChar char="•"/>
              <a:defRPr sz="1050"/>
            </a:lvl3pPr>
            <a:lvl4pPr rtl="0">
              <a:lnSpc>
                <a:spcPct val="100000"/>
              </a:lnSpc>
              <a:spcAft>
                <a:spcPts val="100"/>
              </a:spcAft>
              <a:defRPr sz="1050"/>
            </a:lvl4pPr>
            <a:lvl5pPr rtl="0">
              <a:lnSpc>
                <a:spcPct val="100000"/>
              </a:lnSpc>
              <a:spcAft>
                <a:spcPts val="100"/>
              </a:spcAft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C652EAF-C895-8883-78F0-16E24FEF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5388" y="381000"/>
            <a:ext cx="2218617" cy="5798868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100"/>
              </a:spcAft>
              <a:defRPr sz="1200"/>
            </a:lvl1pPr>
            <a:lvl2pPr marL="108000" indent="-108000" rtl="0">
              <a:lnSpc>
                <a:spcPct val="100000"/>
              </a:lnSpc>
              <a:spcAft>
                <a:spcPts val="100"/>
              </a:spcAft>
              <a:defRPr sz="1050"/>
            </a:lvl2pPr>
            <a:lvl3pPr marL="216000" indent="-108000" rtl="0">
              <a:lnSpc>
                <a:spcPct val="100000"/>
              </a:lnSpc>
              <a:spcAft>
                <a:spcPts val="100"/>
              </a:spcAft>
              <a:defRPr sz="1050"/>
            </a:lvl3pPr>
            <a:lvl4pPr rtl="0">
              <a:lnSpc>
                <a:spcPct val="100000"/>
              </a:lnSpc>
              <a:spcAft>
                <a:spcPts val="100"/>
              </a:spcAft>
              <a:defRPr sz="1050"/>
            </a:lvl4pPr>
            <a:lvl5pPr rtl="0">
              <a:lnSpc>
                <a:spcPct val="100000"/>
              </a:lnSpc>
              <a:spcAft>
                <a:spcPts val="100"/>
              </a:spcAft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AEE7ED9-6536-FCCC-D9B9-67E5D5EA46C6}"/>
              </a:ext>
            </a:extLst>
          </p:cNvPr>
          <p:cNvCxnSpPr>
            <a:cxnSpLocks/>
          </p:cNvCxnSpPr>
          <p:nvPr userDrawn="1"/>
        </p:nvCxnSpPr>
        <p:spPr>
          <a:xfrm>
            <a:off x="9082962" y="3603629"/>
            <a:ext cx="262382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86A9970-74C9-4CA9-97BE-C8E079347B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78746" y="3880462"/>
            <a:ext cx="2832253" cy="1317048"/>
          </a:xfrm>
        </p:spPr>
        <p:txBody>
          <a:bodyPr/>
          <a:lstStyle>
            <a:lvl1pPr algn="ctr" rtl="0">
              <a:lnSpc>
                <a:spcPct val="100000"/>
              </a:lnSpc>
              <a:spcAft>
                <a:spcPts val="100"/>
              </a:spcAft>
              <a:defRPr sz="2000">
                <a:solidFill>
                  <a:schemeClr val="tx1"/>
                </a:solidFill>
                <a:latin typeface="+mj-lt"/>
              </a:defRPr>
            </a:lvl1pPr>
            <a:lvl2pPr marL="0" indent="0" algn="ctr" rtl="0">
              <a:lnSpc>
                <a:spcPct val="100000"/>
              </a:lnSpc>
              <a:spcAft>
                <a:spcPts val="1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2pPr>
            <a:lvl3pPr marL="108000" indent="0" algn="ctr">
              <a:lnSpc>
                <a:spcPct val="100000"/>
              </a:lnSpc>
              <a:spcAft>
                <a:spcPts val="100"/>
              </a:spcAft>
              <a:buFontTx/>
              <a:buNone/>
              <a:defRPr sz="2000">
                <a:solidFill>
                  <a:schemeClr val="bg1"/>
                </a:solidFill>
                <a:latin typeface="+mn-lt"/>
              </a:defRPr>
            </a:lvl3pPr>
            <a:lvl4pPr marL="369888" indent="0" algn="ctr">
              <a:lnSpc>
                <a:spcPct val="100000"/>
              </a:lnSpc>
              <a:spcAft>
                <a:spcPts val="100"/>
              </a:spcAft>
              <a:buFontTx/>
              <a:buNone/>
              <a:defRPr sz="2000">
                <a:solidFill>
                  <a:schemeClr val="bg1"/>
                </a:solidFill>
                <a:latin typeface="+mn-lt"/>
              </a:defRPr>
            </a:lvl4pPr>
            <a:lvl5pPr marL="544512" indent="0" algn="ctr">
              <a:lnSpc>
                <a:spcPct val="100000"/>
              </a:lnSpc>
              <a:spcAft>
                <a:spcPts val="100"/>
              </a:spcAft>
              <a:buFontTx/>
              <a:buNone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Grafik 9">
            <a:extLst>
              <a:ext uri="{FF2B5EF4-FFF2-40B4-BE49-F238E27FC236}">
                <a16:creationId xmlns:a16="http://schemas.microsoft.com/office/drawing/2014/main" id="{AB22E659-7DB5-3A98-E667-F45E8CA90305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920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33375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D395740-2EA4-1B89-39E8-C5B66531C4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276364-880F-8485-2C69-7926CD08ABAA}"/>
              </a:ext>
            </a:extLst>
          </p:cNvPr>
          <p:cNvSpPr/>
          <p:nvPr userDrawn="1"/>
        </p:nvSpPr>
        <p:spPr>
          <a:xfrm>
            <a:off x="105104" y="107731"/>
            <a:ext cx="11981793" cy="6642538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8DCF556-4BFB-49E4-B3D1-E5255BBC65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138895"/>
            <a:ext cx="10861573" cy="221086"/>
          </a:xfrm>
        </p:spPr>
        <p:txBody>
          <a:bodyPr wrap="square" lIns="0" tIns="45720" rIns="0" bIns="36000" anchor="b" anchorCtr="0">
            <a:noAutofit/>
          </a:bodyPr>
          <a:lstStyle>
            <a:lvl1pPr mar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1"/>
                </a:solidFill>
                <a:latin typeface="Graphik Light" panose="020B0403030202060203" pitchFamily="34" charset="0"/>
              </a:defRPr>
            </a:lvl1pPr>
            <a:lvl2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 err="1"/>
              <a:t>Mastertextformat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17C75-F65F-BE21-05DD-76EF8D08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415E36-76C4-6924-A8D8-453CC2DBF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7E636-BCE0-CD00-7BD2-4DEB70972993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7D538-E966-E678-38CA-3410829CCC55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  <a:solidFill>
            <a:schemeClr val="bg1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9F32A2C-0799-17BA-321D-13BC6F187EFA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pFill/>
          </p:grpSpPr>
          <p:grpSp>
            <p:nvGrpSpPr>
              <p:cNvPr id="32" name="Graphic 113">
                <a:extLst>
                  <a:ext uri="{FF2B5EF4-FFF2-40B4-BE49-F238E27FC236}">
                    <a16:creationId xmlns:a16="http://schemas.microsoft.com/office/drawing/2014/main" id="{232A09E0-FC23-8FFD-CB50-E0580F9A423A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6312E1CC-7424-5B54-A65F-34FC0A564537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B93B401-303A-92F8-EE42-972A200AC6C4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3B1E68-DCB3-32CB-B0D2-8650B7486258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CFA24CBF-A6F7-0047-C3EA-BB639B7BA2EC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9ED1EDE-1740-039B-F619-5377C7CF02CF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FD423F2B-F701-31E4-C629-F03CD34978F2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33" name="Graphic 113">
                <a:extLst>
                  <a:ext uri="{FF2B5EF4-FFF2-40B4-BE49-F238E27FC236}">
                    <a16:creationId xmlns:a16="http://schemas.microsoft.com/office/drawing/2014/main" id="{121C19FD-5E98-A5D8-6FD4-362C1D5A0902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110B57F-C315-E139-38A0-3947253E1536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00886253-ECC6-227A-E5A2-1FA8A0927952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1AFE94D3-C285-9BD8-4B22-C9E7207A6908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424B7B83-D38B-CDFC-8520-329E242C803A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B72ECDD-9122-BFA5-06CD-6084C0CA01A9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9395704-8FED-8832-C1DD-BE226EB82608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35A2EF2A-DA08-F159-0E27-C278CB728BBE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6" name="Graphic 113">
              <a:extLst>
                <a:ext uri="{FF2B5EF4-FFF2-40B4-BE49-F238E27FC236}">
                  <a16:creationId xmlns:a16="http://schemas.microsoft.com/office/drawing/2014/main" id="{6013B579-787C-05FB-2A51-C491D33203A3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grp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25B0BDE-FB39-DF27-56B4-70FB084D2ABF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BB89809-4F61-F041-EBCA-5410C3C8340D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4ECEC86-13FA-DB03-6AE8-A42E1BDDCD52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3B1AD8E-53B6-B3E6-9ABB-BF51D755ECD9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5D2826E-B9F9-6AE9-FF44-4574F837F88C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D94863C-52CB-895B-B6E3-BC1ED928CE20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14BDF18-8A40-7060-D3B9-1ABAD8527EE8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229A719-B99C-6416-668A-140DA0F7F419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C7D557D-DFC0-41A5-4BD9-477C530D8109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5834A7A-33E4-8C39-F269-0035842B4D15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BA1EC5A-F44B-677A-3021-FA7FDD45CC56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3A64F7D-6321-3EE2-C864-AB296E945000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1C9FE3B-8FA9-708D-C987-3A352E0A96E1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3949124-CE42-703D-A26C-A007E11D70AF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F44DC5D-C446-D964-86B2-ADC1102F1FB1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9" name="Grafik 9">
            <a:extLst>
              <a:ext uri="{FF2B5EF4-FFF2-40B4-BE49-F238E27FC236}">
                <a16:creationId xmlns:a16="http://schemas.microsoft.com/office/drawing/2014/main" id="{254BAFAA-B0F2-1C35-E2DA-7CA6F978C162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71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21503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127DA7C-3CD1-C4DA-2D1B-C2C41C1947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21D757-ED30-3A38-1997-9AB3C52F3568}"/>
              </a:ext>
            </a:extLst>
          </p:cNvPr>
          <p:cNvSpPr/>
          <p:nvPr userDrawn="1"/>
        </p:nvSpPr>
        <p:spPr>
          <a:xfrm>
            <a:off x="105104" y="107731"/>
            <a:ext cx="11981793" cy="6642538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67FEF73-D2A4-49A7-9F4F-9A7C63334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81300"/>
            <a:ext cx="11430000" cy="1295401"/>
          </a:xfrm>
        </p:spPr>
        <p:txBody>
          <a:bodyPr vert="horz" anchor="ctr" anchorCtr="0"/>
          <a:lstStyle>
            <a:lvl1pPr algn="ctr" rtl="0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FD4CF0-22CB-983E-49A9-6FB260881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48226C-643A-491C-6860-731B9C90D818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D12221-5BE8-D6F2-BACB-EE56FC2E5A3A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  <a:solidFill>
            <a:schemeClr val="bg1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330F467-DF47-5F05-82DB-4E4061DCE716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pFill/>
          </p:grpSpPr>
          <p:grpSp>
            <p:nvGrpSpPr>
              <p:cNvPr id="33" name="Graphic 113">
                <a:extLst>
                  <a:ext uri="{FF2B5EF4-FFF2-40B4-BE49-F238E27FC236}">
                    <a16:creationId xmlns:a16="http://schemas.microsoft.com/office/drawing/2014/main" id="{B0C67A49-CD52-0426-E9BE-96494DF5FBD1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FAFB899-F012-2502-C9BF-735120172F5A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FA5D5299-5BD1-3A64-5530-2E96474E0DB8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B7036FA6-9B19-3EF6-A865-95D0762565C5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8B6798B4-96CF-F76F-2E35-0522B8C03658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70256EE5-4E80-BC32-5DFC-498E82CA976D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656CFE28-412C-80C3-813A-6D21919C7973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34" name="Graphic 113">
                <a:extLst>
                  <a:ext uri="{FF2B5EF4-FFF2-40B4-BE49-F238E27FC236}">
                    <a16:creationId xmlns:a16="http://schemas.microsoft.com/office/drawing/2014/main" id="{9DD15E28-B0FF-0696-E521-5756B1D22D75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89D3745C-CD1D-2B7C-C72E-8B0B8640D103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2A8D076E-DE9B-A2AF-8C8A-FCDCF462C6C4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5B362748-7C94-B2D5-23A7-CDA149B54C9B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56C61ED-8FF2-3B0E-7427-6D796225CE75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33F1D7A-84EF-1C22-F86F-B44F4295667C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0E809D6-19BB-F07B-663A-9B18DF4F63C8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AC2794A7-7B63-852E-3464-B2BAC5488813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7" name="Graphic 113">
              <a:extLst>
                <a:ext uri="{FF2B5EF4-FFF2-40B4-BE49-F238E27FC236}">
                  <a16:creationId xmlns:a16="http://schemas.microsoft.com/office/drawing/2014/main" id="{C99EB38E-4580-A7B4-6E49-8835719CBD92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EA6ED2C-747E-EE84-D397-56008655515F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D1C9116-1F7C-E6A9-6C74-E78B5D3FF797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3558586-391E-5B30-8B47-6C778310C31B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A5CCF5C-28D4-141D-38C9-7E00CAAE6526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06CF561-D8DD-192B-C6D4-DA5064247EBE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FED4241-72E8-59DD-AD25-6E57379276A1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2A160DD-3773-EF92-293C-4E1CB36C872F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801FBD5-7040-D6EC-2A39-AAE4761AA11E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F094A26-E0D2-CF3E-86D0-98357C7FC543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2C8B598-8CFE-17B7-8AFE-1AFC310C5379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9072D0D-A6C9-6AF8-3A40-45CB562C68E3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DFBBBC5-7FA1-EB9A-384B-56C9E63D1C4D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1544A5E-9ECD-E88D-86A9-B6714AB9C941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A4D46B9-17F8-0897-2204-C91DD085ECD2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FAE1483-4695-0E43-4143-5608234494EE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9" name="Grafik 9">
            <a:extLst>
              <a:ext uri="{FF2B5EF4-FFF2-40B4-BE49-F238E27FC236}">
                <a16:creationId xmlns:a16="http://schemas.microsoft.com/office/drawing/2014/main" id="{23DD1A0D-6C3B-2C87-BB37-CE42C2F1FABF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009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52133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B6BAD98-077D-106A-9D07-FB90CAE6EB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D9BDD-20F7-8B88-DF26-9E1843835BA2}"/>
              </a:ext>
            </a:extLst>
          </p:cNvPr>
          <p:cNvSpPr/>
          <p:nvPr userDrawn="1"/>
        </p:nvSpPr>
        <p:spPr>
          <a:xfrm>
            <a:off x="105104" y="107731"/>
            <a:ext cx="11981793" cy="6642538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DFA79C0E-E828-42BA-82F3-B52E675D27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8680" y="3098481"/>
            <a:ext cx="2204720" cy="540070"/>
          </a:xfrm>
        </p:spPr>
        <p:txBody>
          <a:bodyPr wrap="square" lIns="0" tIns="45720" rIns="0" bIns="36000" anchor="ctr" anchorCtr="0">
            <a:noAutofit/>
          </a:bodyPr>
          <a:lstStyle>
            <a:lvl1pPr mar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500" b="0" i="0">
                <a:solidFill>
                  <a:schemeClr val="bg1"/>
                </a:solidFill>
                <a:latin typeface="Graphik Extralight" panose="020B0303030202060203" pitchFamily="34" charset="0"/>
              </a:defRPr>
            </a:lvl1pPr>
            <a:lvl2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938272" y="2543016"/>
            <a:ext cx="8872728" cy="1295401"/>
          </a:xfrm>
        </p:spPr>
        <p:txBody>
          <a:bodyPr vert="horz" anchor="ctr" anchorCtr="0"/>
          <a:lstStyle>
            <a:lvl1pPr rtl="0">
              <a:defRPr lang="de-DE" sz="5400" b="0" i="0" kern="1200" cap="none" spc="-7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Titelmasterformat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946E359C-88C4-CEE5-B4CB-5213F0F93B52}"/>
              </a:ext>
            </a:extLst>
          </p:cNvPr>
          <p:cNvSpPr/>
          <p:nvPr userDrawn="1"/>
        </p:nvSpPr>
        <p:spPr>
          <a:xfrm>
            <a:off x="381000" y="2261076"/>
            <a:ext cx="985520" cy="1859280"/>
          </a:xfrm>
          <a:custGeom>
            <a:avLst/>
            <a:gdLst>
              <a:gd name="connsiteX0" fmla="*/ 0 w 1315720"/>
              <a:gd name="connsiteY0" fmla="*/ 0 h 1859280"/>
              <a:gd name="connsiteX1" fmla="*/ 1315720 w 1315720"/>
              <a:gd name="connsiteY1" fmla="*/ 0 h 1859280"/>
              <a:gd name="connsiteX2" fmla="*/ 1315720 w 1315720"/>
              <a:gd name="connsiteY2" fmla="*/ 294640 h 1859280"/>
              <a:gd name="connsiteX3" fmla="*/ 1064260 w 1315720"/>
              <a:gd name="connsiteY3" fmla="*/ 294640 h 1859280"/>
              <a:gd name="connsiteX4" fmla="*/ 1064260 w 1315720"/>
              <a:gd name="connsiteY4" fmla="*/ 1564640 h 1859280"/>
              <a:gd name="connsiteX5" fmla="*/ 1315720 w 1315720"/>
              <a:gd name="connsiteY5" fmla="*/ 1564640 h 1859280"/>
              <a:gd name="connsiteX6" fmla="*/ 1315720 w 1315720"/>
              <a:gd name="connsiteY6" fmla="*/ 1859280 h 1859280"/>
              <a:gd name="connsiteX7" fmla="*/ 0 w 1315720"/>
              <a:gd name="connsiteY7" fmla="*/ 1859280 h 1859280"/>
              <a:gd name="connsiteX8" fmla="*/ 0 w 1315720"/>
              <a:gd name="connsiteY8" fmla="*/ 0 h 1859280"/>
              <a:gd name="connsiteX0" fmla="*/ 1064260 w 1315720"/>
              <a:gd name="connsiteY0" fmla="*/ 294640 h 1859280"/>
              <a:gd name="connsiteX1" fmla="*/ 1064260 w 1315720"/>
              <a:gd name="connsiteY1" fmla="*/ 1564640 h 1859280"/>
              <a:gd name="connsiteX2" fmla="*/ 1315720 w 1315720"/>
              <a:gd name="connsiteY2" fmla="*/ 1564640 h 1859280"/>
              <a:gd name="connsiteX3" fmla="*/ 1315720 w 1315720"/>
              <a:gd name="connsiteY3" fmla="*/ 1859280 h 1859280"/>
              <a:gd name="connsiteX4" fmla="*/ 0 w 1315720"/>
              <a:gd name="connsiteY4" fmla="*/ 1859280 h 1859280"/>
              <a:gd name="connsiteX5" fmla="*/ 0 w 1315720"/>
              <a:gd name="connsiteY5" fmla="*/ 0 h 1859280"/>
              <a:gd name="connsiteX6" fmla="*/ 1315720 w 1315720"/>
              <a:gd name="connsiteY6" fmla="*/ 0 h 1859280"/>
              <a:gd name="connsiteX7" fmla="*/ 1315720 w 1315720"/>
              <a:gd name="connsiteY7" fmla="*/ 294640 h 1859280"/>
              <a:gd name="connsiteX8" fmla="*/ 1155700 w 1315720"/>
              <a:gd name="connsiteY8" fmla="*/ 386080 h 1859280"/>
              <a:gd name="connsiteX0" fmla="*/ 1064260 w 1315720"/>
              <a:gd name="connsiteY0" fmla="*/ 1564640 h 1859280"/>
              <a:gd name="connsiteX1" fmla="*/ 1315720 w 1315720"/>
              <a:gd name="connsiteY1" fmla="*/ 1564640 h 1859280"/>
              <a:gd name="connsiteX2" fmla="*/ 1315720 w 1315720"/>
              <a:gd name="connsiteY2" fmla="*/ 1859280 h 1859280"/>
              <a:gd name="connsiteX3" fmla="*/ 0 w 1315720"/>
              <a:gd name="connsiteY3" fmla="*/ 1859280 h 1859280"/>
              <a:gd name="connsiteX4" fmla="*/ 0 w 1315720"/>
              <a:gd name="connsiteY4" fmla="*/ 0 h 1859280"/>
              <a:gd name="connsiteX5" fmla="*/ 1315720 w 1315720"/>
              <a:gd name="connsiteY5" fmla="*/ 0 h 1859280"/>
              <a:gd name="connsiteX6" fmla="*/ 1315720 w 1315720"/>
              <a:gd name="connsiteY6" fmla="*/ 294640 h 1859280"/>
              <a:gd name="connsiteX7" fmla="*/ 1155700 w 1315720"/>
              <a:gd name="connsiteY7" fmla="*/ 386080 h 1859280"/>
              <a:gd name="connsiteX0" fmla="*/ 1064260 w 1315720"/>
              <a:gd name="connsiteY0" fmla="*/ 1564640 h 1859280"/>
              <a:gd name="connsiteX1" fmla="*/ 1315720 w 1315720"/>
              <a:gd name="connsiteY1" fmla="*/ 1564640 h 1859280"/>
              <a:gd name="connsiteX2" fmla="*/ 1315720 w 1315720"/>
              <a:gd name="connsiteY2" fmla="*/ 1859280 h 1859280"/>
              <a:gd name="connsiteX3" fmla="*/ 0 w 1315720"/>
              <a:gd name="connsiteY3" fmla="*/ 1859280 h 1859280"/>
              <a:gd name="connsiteX4" fmla="*/ 0 w 1315720"/>
              <a:gd name="connsiteY4" fmla="*/ 0 h 1859280"/>
              <a:gd name="connsiteX5" fmla="*/ 1315720 w 1315720"/>
              <a:gd name="connsiteY5" fmla="*/ 0 h 1859280"/>
              <a:gd name="connsiteX6" fmla="*/ 1315720 w 1315720"/>
              <a:gd name="connsiteY6" fmla="*/ 294640 h 1859280"/>
              <a:gd name="connsiteX0" fmla="*/ 1315720 w 1315720"/>
              <a:gd name="connsiteY0" fmla="*/ 1564640 h 1859280"/>
              <a:gd name="connsiteX1" fmla="*/ 1315720 w 1315720"/>
              <a:gd name="connsiteY1" fmla="*/ 1859280 h 1859280"/>
              <a:gd name="connsiteX2" fmla="*/ 0 w 1315720"/>
              <a:gd name="connsiteY2" fmla="*/ 1859280 h 1859280"/>
              <a:gd name="connsiteX3" fmla="*/ 0 w 1315720"/>
              <a:gd name="connsiteY3" fmla="*/ 0 h 1859280"/>
              <a:gd name="connsiteX4" fmla="*/ 1315720 w 1315720"/>
              <a:gd name="connsiteY4" fmla="*/ 0 h 1859280"/>
              <a:gd name="connsiteX5" fmla="*/ 1315720 w 1315720"/>
              <a:gd name="connsiteY5" fmla="*/ 294640 h 185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5720" h="1859280">
                <a:moveTo>
                  <a:pt x="1315720" y="1564640"/>
                </a:moveTo>
                <a:lnTo>
                  <a:pt x="1315720" y="1859280"/>
                </a:lnTo>
                <a:lnTo>
                  <a:pt x="0" y="1859280"/>
                </a:lnTo>
                <a:lnTo>
                  <a:pt x="0" y="0"/>
                </a:lnTo>
                <a:lnTo>
                  <a:pt x="1315720" y="0"/>
                </a:lnTo>
                <a:lnTo>
                  <a:pt x="1315720" y="294640"/>
                </a:lnTo>
              </a:path>
            </a:pathLst>
          </a:cu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DEB5BA-1DE6-F72B-7806-D6AEFC16A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A746A-ED55-B2B6-D217-5BE1146CC615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chemeClr val="bg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3EC3AFB-7504-90D8-CD4A-5BCB4D2DF17C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  <a:solidFill>
            <a:schemeClr val="bg1"/>
          </a:solidFill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CA671A0-C657-ABE3-3AFD-5A5D99A1C405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pFill/>
          </p:grpSpPr>
          <p:grpSp>
            <p:nvGrpSpPr>
              <p:cNvPr id="66" name="Graphic 113">
                <a:extLst>
                  <a:ext uri="{FF2B5EF4-FFF2-40B4-BE49-F238E27FC236}">
                    <a16:creationId xmlns:a16="http://schemas.microsoft.com/office/drawing/2014/main" id="{52264AEF-C770-77C0-12CE-31EDA73DCDD9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6C4CC551-FF1F-5FF2-1FAE-FD06704C6C21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7A82C542-D759-4335-DC8E-D37DE1A0D2D5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261CF134-1196-319D-0B3B-AA7B5BA5D078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6D21D926-3F1F-BAA8-1853-39D0D314F9C9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352F7C37-42C9-F6B2-CDB9-AF09490E5C6E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B0E0FA2-9BBF-FA20-1461-5671ABB30F8C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67" name="Graphic 113">
                <a:extLst>
                  <a:ext uri="{FF2B5EF4-FFF2-40B4-BE49-F238E27FC236}">
                    <a16:creationId xmlns:a16="http://schemas.microsoft.com/office/drawing/2014/main" id="{1E7D3551-A96B-E536-80B1-06FB65B81D63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5B80BA0-9C7C-3551-7D09-9D7B39411B1B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D782DF0D-F610-8414-614C-6A3A46BC48FB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74138BD-D82A-4CF3-CDCC-2A69892382C2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D8C62DC9-726D-F2D2-F2D6-7C2CCA23C242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D761C198-432B-2831-FDD1-FBC44AE62709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2645F273-2C0E-5E66-08D4-9D58B58B21D3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F7B3ED5B-0A47-5939-0C84-2CD7373EEED1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50" name="Graphic 113">
              <a:extLst>
                <a:ext uri="{FF2B5EF4-FFF2-40B4-BE49-F238E27FC236}">
                  <a16:creationId xmlns:a16="http://schemas.microsoft.com/office/drawing/2014/main" id="{47E19EE8-C1F9-F5C9-A8FE-51C729B7BE4C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grpFill/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9D54F5F-E474-29A2-D7D9-E89098B6744F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706275D-86EE-5CC2-FDC4-BE99C33BFCC7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500D302-1DA8-D0FF-B56D-EC6B9830959D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31998E6-B978-F155-B24A-9734CE6B6453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DADF705-C14F-25DF-6553-5165A230FA16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639191B-09E2-FF8C-0FA9-BC6B827C2E0A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A6A9651-1193-BD1A-CBB9-F76C003DE526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CA4F6A2-6BEF-5ECC-6142-054C39FEC83D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F35C37E-E288-1102-7764-24E99F6D25DF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612D546-3477-AB45-0E47-BE12C6301CF6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C767EA7-4FAD-A371-D316-F52EE1063E19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2CA61C7-11E3-25CF-A0D0-A09E5A99750D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A90697B-0F0B-8217-E8FA-ECAF3E999E9A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199584F-B6C7-891C-8605-12CB31FF444C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709997D-E676-8302-8880-15C07EA7732B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10" name="Grafik 9">
            <a:extLst>
              <a:ext uri="{FF2B5EF4-FFF2-40B4-BE49-F238E27FC236}">
                <a16:creationId xmlns:a16="http://schemas.microsoft.com/office/drawing/2014/main" id="{F17FC89C-47B7-ADC9-3AA6-B8D760AC3DE1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21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017483A-54CF-4860-A416-CB8A0CD46A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118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4" imgH="424" progId="TCLayout.ActiveDocument.1">
                  <p:embed/>
                </p:oleObj>
              </mc:Choice>
              <mc:Fallback>
                <p:oleObj name="think-cell Slide" r:id="rId4" imgW="424" imgH="42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017483A-54CF-4860-A416-CB8A0CD46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FDF9EB10-3217-45F9-A25C-0E84881346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1" i="0" baseline="0">
              <a:latin typeface="Graphik Light" panose="020B04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B772D23-854F-4575-8A1A-00C7111B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mar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0" i="0" kern="1200" cap="none" spc="-50" baseline="0" dirty="0">
                <a:solidFill>
                  <a:srgbClr val="000000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Place headline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7B209-4343-2A3C-8DAD-0ED06330E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7111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7BBCFB6-36F8-57A4-9964-9D451C2CDD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0312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BBCFB6-36F8-57A4-9964-9D451C2CD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9E9ADAD-175F-8F4C-98BE-B400F6D4244F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 noProof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9055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 rtl="0">
              <a:defRPr lang="en-US" sz="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89129"/>
            <a:ext cx="326254" cy="201168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2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650AA2C5-0794-A24C-BC75-900CA6F6E0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4138" y="410446"/>
            <a:ext cx="1518799" cy="1520576"/>
          </a:xfrm>
          <a:prstGeom prst="ellipse">
            <a:avLst/>
          </a:prstGeom>
          <a:solidFill>
            <a:schemeClr val="bg2"/>
          </a:solidFill>
        </p:spPr>
        <p:txBody>
          <a:bodyPr anchor="ctr" anchorCtr="0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Picture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5E8CC9E2-5098-A04F-896F-7D47B9F7CE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467" y="2092191"/>
            <a:ext cx="2744141" cy="288925"/>
          </a:xfrm>
        </p:spPr>
        <p:txBody>
          <a:bodyPr/>
          <a:lstStyle>
            <a:lvl1pPr marL="0" indent="0" algn="ctr" rtl="0">
              <a:buNone/>
              <a:defRPr sz="1800" cap="all" baseline="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NAME SURNAME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0FDD621-A71A-A240-904A-39E6AA828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467" y="2476025"/>
            <a:ext cx="2744141" cy="288925"/>
          </a:xfrm>
        </p:spPr>
        <p:txBody>
          <a:bodyPr/>
          <a:lstStyle>
            <a:lvl1pPr marL="0" indent="0" algn="ctr" rtl="0">
              <a:buNone/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DA31C5-E9E6-994D-8380-7AB0BF955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" y="3114676"/>
            <a:ext cx="2753742" cy="2398228"/>
          </a:xfrm>
        </p:spPr>
        <p:txBody>
          <a:bodyPr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[professional background]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 Duis </a:t>
            </a:r>
            <a:r>
              <a:rPr lang="en-US" noProof="0" err="1"/>
              <a:t>aute</a:t>
            </a:r>
            <a:r>
              <a:rPr lang="en-US" noProof="0"/>
              <a:t> </a:t>
            </a:r>
            <a:r>
              <a:rPr lang="en-US" noProof="0" err="1"/>
              <a:t>irure</a:t>
            </a:r>
            <a:r>
              <a:rPr lang="en-US" noProof="0"/>
              <a:t> dolor in </a:t>
            </a:r>
            <a:r>
              <a:rPr lang="en-US" noProof="0" err="1"/>
              <a:t>reprehenderit</a:t>
            </a:r>
            <a:r>
              <a:rPr lang="en-US" noProof="0"/>
              <a:t> in </a:t>
            </a:r>
            <a:r>
              <a:rPr lang="en-US" noProof="0" err="1"/>
              <a:t>voluptate</a:t>
            </a:r>
            <a:r>
              <a:rPr lang="en-US" noProof="0"/>
              <a:t> </a:t>
            </a:r>
            <a:r>
              <a:rPr lang="en-US" noProof="0" err="1"/>
              <a:t>velit</a:t>
            </a:r>
            <a:r>
              <a:rPr lang="en-US" noProof="0"/>
              <a:t> esse </a:t>
            </a:r>
            <a:r>
              <a:rPr lang="en-US" noProof="0" err="1"/>
              <a:t>cillum</a:t>
            </a:r>
            <a:r>
              <a:rPr lang="en-US" noProof="0"/>
              <a:t> dolore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fugiat</a:t>
            </a:r>
            <a:r>
              <a:rPr lang="en-US" noProof="0"/>
              <a:t> </a:t>
            </a:r>
            <a:r>
              <a:rPr lang="en-US" noProof="0" err="1"/>
              <a:t>nulla</a:t>
            </a:r>
            <a:r>
              <a:rPr lang="en-US" noProof="0"/>
              <a:t> </a:t>
            </a:r>
            <a:r>
              <a:rPr lang="en-US" noProof="0" err="1"/>
              <a:t>pariatur</a:t>
            </a:r>
            <a:r>
              <a:rPr lang="en-US" noProof="0"/>
              <a:t>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9128BE-9F7D-6E4C-9768-941ACA1D3FBF}"/>
              </a:ext>
            </a:extLst>
          </p:cNvPr>
          <p:cNvCxnSpPr>
            <a:cxnSpLocks/>
          </p:cNvCxnSpPr>
          <p:nvPr userDrawn="1"/>
        </p:nvCxnSpPr>
        <p:spPr>
          <a:xfrm>
            <a:off x="3576577" y="653533"/>
            <a:ext cx="7566828" cy="0"/>
          </a:xfrm>
          <a:prstGeom prst="line">
            <a:avLst/>
          </a:prstGeom>
          <a:ln w="9525" cmpd="sng"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7B8706-8CB6-1E47-AF25-8B0F224381DC}"/>
              </a:ext>
            </a:extLst>
          </p:cNvPr>
          <p:cNvCxnSpPr>
            <a:cxnSpLocks/>
          </p:cNvCxnSpPr>
          <p:nvPr userDrawn="1"/>
        </p:nvCxnSpPr>
        <p:spPr>
          <a:xfrm>
            <a:off x="7883157" y="4819677"/>
            <a:ext cx="3253653" cy="0"/>
          </a:xfrm>
          <a:prstGeom prst="line">
            <a:avLst/>
          </a:prstGeom>
          <a:ln w="9525" cmpd="sng"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2AF476-5827-F545-A4AF-9183D1B25A99}"/>
              </a:ext>
            </a:extLst>
          </p:cNvPr>
          <p:cNvCxnSpPr/>
          <p:nvPr userDrawn="1"/>
        </p:nvCxnSpPr>
        <p:spPr>
          <a:xfrm>
            <a:off x="3576577" y="4819677"/>
            <a:ext cx="3240000" cy="0"/>
          </a:xfrm>
          <a:prstGeom prst="line">
            <a:avLst/>
          </a:prstGeom>
          <a:ln w="9525" cmpd="sng"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74">
            <a:extLst>
              <a:ext uri="{FF2B5EF4-FFF2-40B4-BE49-F238E27FC236}">
                <a16:creationId xmlns:a16="http://schemas.microsoft.com/office/drawing/2014/main" id="{3B442B4E-D81E-F944-8A67-50A6E01F6D38}"/>
              </a:ext>
            </a:extLst>
          </p:cNvPr>
          <p:cNvSpPr/>
          <p:nvPr userDrawn="1"/>
        </p:nvSpPr>
        <p:spPr>
          <a:xfrm>
            <a:off x="11172222" y="512454"/>
            <a:ext cx="540000" cy="5400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 Bold"/>
              <a:ea typeface="+mn-ea"/>
              <a:cs typeface="+mn-cs"/>
            </a:endParaRPr>
          </a:p>
        </p:txBody>
      </p:sp>
      <p:sp>
        <p:nvSpPr>
          <p:cNvPr id="24" name="Arc 45">
            <a:extLst>
              <a:ext uri="{FF2B5EF4-FFF2-40B4-BE49-F238E27FC236}">
                <a16:creationId xmlns:a16="http://schemas.microsoft.com/office/drawing/2014/main" id="{72652B4C-6DA0-8945-81DE-24FE3404D711}"/>
              </a:ext>
            </a:extLst>
          </p:cNvPr>
          <p:cNvSpPr>
            <a:spLocks noChangeAspect="1"/>
          </p:cNvSpPr>
          <p:nvPr userDrawn="1"/>
        </p:nvSpPr>
        <p:spPr>
          <a:xfrm>
            <a:off x="11111386" y="457504"/>
            <a:ext cx="649901" cy="649901"/>
          </a:xfrm>
          <a:prstGeom prst="arc">
            <a:avLst>
              <a:gd name="adj1" fmla="val 16200000"/>
              <a:gd name="adj2" fmla="val 12168904"/>
            </a:avLst>
          </a:prstGeom>
          <a:ln w="1270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6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DDA21C4-594A-5845-83E9-4BA877BC6BB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73711" y="613943"/>
            <a:ext cx="337023" cy="337023"/>
          </a:xfrm>
          <a:prstGeom prst="rect">
            <a:avLst/>
          </a:prstGeom>
        </p:spPr>
      </p:pic>
      <p:sp>
        <p:nvSpPr>
          <p:cNvPr id="26" name="Oval 174">
            <a:extLst>
              <a:ext uri="{FF2B5EF4-FFF2-40B4-BE49-F238E27FC236}">
                <a16:creationId xmlns:a16="http://schemas.microsoft.com/office/drawing/2014/main" id="{02C4062A-9562-724C-A421-3F1C0C6CE20D}"/>
              </a:ext>
            </a:extLst>
          </p:cNvPr>
          <p:cNvSpPr/>
          <p:nvPr userDrawn="1"/>
        </p:nvSpPr>
        <p:spPr>
          <a:xfrm>
            <a:off x="11172222" y="4675679"/>
            <a:ext cx="540000" cy="5400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 Bold"/>
              <a:ea typeface="+mn-ea"/>
              <a:cs typeface="+mn-cs"/>
            </a:endParaRPr>
          </a:p>
        </p:txBody>
      </p:sp>
      <p:sp>
        <p:nvSpPr>
          <p:cNvPr id="27" name="Arc 45">
            <a:extLst>
              <a:ext uri="{FF2B5EF4-FFF2-40B4-BE49-F238E27FC236}">
                <a16:creationId xmlns:a16="http://schemas.microsoft.com/office/drawing/2014/main" id="{D133163B-8E71-E446-AFBD-4DF0F60CF312}"/>
              </a:ext>
            </a:extLst>
          </p:cNvPr>
          <p:cNvSpPr>
            <a:spLocks noChangeAspect="1"/>
          </p:cNvSpPr>
          <p:nvPr userDrawn="1"/>
        </p:nvSpPr>
        <p:spPr>
          <a:xfrm>
            <a:off x="11111386" y="4620729"/>
            <a:ext cx="649901" cy="649901"/>
          </a:xfrm>
          <a:prstGeom prst="arc">
            <a:avLst>
              <a:gd name="adj1" fmla="val 16200000"/>
              <a:gd name="adj2" fmla="val 12168904"/>
            </a:avLst>
          </a:prstGeom>
          <a:ln w="1270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6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F76A848-36BE-3F4E-BCEA-C19C660DCD0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2956" y="4806471"/>
            <a:ext cx="278532" cy="279077"/>
          </a:xfrm>
          <a:prstGeom prst="rect">
            <a:avLst/>
          </a:prstGeom>
        </p:spPr>
      </p:pic>
      <p:sp>
        <p:nvSpPr>
          <p:cNvPr id="29" name="Oval 174">
            <a:extLst>
              <a:ext uri="{FF2B5EF4-FFF2-40B4-BE49-F238E27FC236}">
                <a16:creationId xmlns:a16="http://schemas.microsoft.com/office/drawing/2014/main" id="{52182645-2CF6-B540-BAA3-CDA0839471D0}"/>
              </a:ext>
            </a:extLst>
          </p:cNvPr>
          <p:cNvSpPr/>
          <p:nvPr userDrawn="1"/>
        </p:nvSpPr>
        <p:spPr>
          <a:xfrm>
            <a:off x="6854187" y="4675679"/>
            <a:ext cx="540000" cy="5400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 Bold"/>
              <a:ea typeface="+mn-ea"/>
              <a:cs typeface="+mn-cs"/>
            </a:endParaRPr>
          </a:p>
        </p:txBody>
      </p:sp>
      <p:sp>
        <p:nvSpPr>
          <p:cNvPr id="30" name="Arc 45">
            <a:extLst>
              <a:ext uri="{FF2B5EF4-FFF2-40B4-BE49-F238E27FC236}">
                <a16:creationId xmlns:a16="http://schemas.microsoft.com/office/drawing/2014/main" id="{9A6BAB06-4D12-C245-B6AC-1F8CFB20F901}"/>
              </a:ext>
            </a:extLst>
          </p:cNvPr>
          <p:cNvSpPr>
            <a:spLocks noChangeAspect="1"/>
          </p:cNvSpPr>
          <p:nvPr userDrawn="1"/>
        </p:nvSpPr>
        <p:spPr>
          <a:xfrm>
            <a:off x="6793351" y="4620729"/>
            <a:ext cx="649901" cy="649901"/>
          </a:xfrm>
          <a:prstGeom prst="arc">
            <a:avLst>
              <a:gd name="adj1" fmla="val 16200000"/>
              <a:gd name="adj2" fmla="val 12168904"/>
            </a:avLst>
          </a:prstGeom>
          <a:ln w="1270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6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34155D6E-E5C1-874F-A890-E3CD72CDA60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4921" y="4806471"/>
            <a:ext cx="278532" cy="278532"/>
          </a:xfrm>
          <a:prstGeom prst="rect">
            <a:avLst/>
          </a:prstGeom>
        </p:spPr>
      </p:pic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5AD6AE99-A86A-1946-A759-ABC07017B1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6576" y="384704"/>
            <a:ext cx="4894183" cy="288925"/>
          </a:xfrm>
        </p:spPr>
        <p:txBody>
          <a:bodyPr/>
          <a:lstStyle>
            <a:lvl1pPr marL="0" indent="0" algn="l" rtl="0">
              <a:buNone/>
              <a:defRPr sz="1400" cap="all" baseline="0"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PROJECT EXPERIENCE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AF02A31F-04C6-9543-8382-9455FE77E99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76" y="4559355"/>
            <a:ext cx="3240000" cy="288925"/>
          </a:xfrm>
        </p:spPr>
        <p:txBody>
          <a:bodyPr/>
          <a:lstStyle>
            <a:lvl1pPr marL="0" indent="0" algn="l" rtl="0">
              <a:buNone/>
              <a:defRPr sz="1400" cap="all" baseline="0"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INDUSTRY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1BD95E9E-7F00-174F-A021-BBBE7F1D0B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3157" y="4559355"/>
            <a:ext cx="3240000" cy="288925"/>
          </a:xfrm>
        </p:spPr>
        <p:txBody>
          <a:bodyPr/>
          <a:lstStyle>
            <a:lvl1pPr marL="0" indent="0" algn="l" rtl="0">
              <a:buNone/>
              <a:defRPr sz="1400" cap="all" baseline="0"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KEY SKILLS</a:t>
            </a:r>
          </a:p>
        </p:txBody>
      </p:sp>
    </p:spTree>
    <p:extLst>
      <p:ext uri="{BB962C8B-B14F-4D97-AF65-F5344CB8AC3E}">
        <p14:creationId xmlns:p14="http://schemas.microsoft.com/office/powerpoint/2010/main" val="14901223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and Content">
    <p:bg>
      <p:bgPr>
        <a:blipFill dpi="0" rotWithShape="1">
          <a:blip r:embed="rId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923405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E90120F-3E69-C6A4-2594-566776BECFD5}"/>
              </a:ext>
            </a:extLst>
          </p:cNvPr>
          <p:cNvSpPr/>
          <p:nvPr userDrawn="1"/>
        </p:nvSpPr>
        <p:spPr>
          <a:xfrm>
            <a:off x="4454574" y="107731"/>
            <a:ext cx="7632323" cy="6642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14B02EE-3A05-A3E1-A7DA-0576DD36B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3722370" cy="6942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1798335-CF40-9B7B-020A-D46F97081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0B8B0A-7FBE-ED10-0C4E-A325A0EC73E6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2024 Accenture. All rights reserved.</a:t>
            </a:r>
          </a:p>
        </p:txBody>
      </p:sp>
      <p:sp>
        <p:nvSpPr>
          <p:cNvPr id="15" name="Text Placeholder 22">
            <a:extLst>
              <a:ext uri="{FF2B5EF4-FFF2-40B4-BE49-F238E27FC236}">
                <a16:creationId xmlns:a16="http://schemas.microsoft.com/office/drawing/2014/main" id="{F8796766-4112-8742-ED7B-4F58D8B482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01540" y="1592262"/>
            <a:ext cx="7109460" cy="4587605"/>
          </a:xfrm>
        </p:spPr>
        <p:txBody>
          <a:bodyPr/>
          <a:lstStyle>
            <a:lvl1pPr rtl="0">
              <a:lnSpc>
                <a:spcPct val="100000"/>
              </a:lnSpc>
              <a:spcAft>
                <a:spcPts val="100"/>
              </a:spcAft>
              <a:defRPr sz="1400"/>
            </a:lvl1pPr>
            <a:lvl2pPr marL="0" indent="0" rtl="0">
              <a:lnSpc>
                <a:spcPct val="100000"/>
              </a:lnSpc>
              <a:spcAft>
                <a:spcPts val="100"/>
              </a:spcAft>
              <a:buNone/>
              <a:defRPr sz="1200">
                <a:latin typeface="+mj-lt"/>
              </a:defRPr>
            </a:lvl2pPr>
            <a:lvl3pPr marL="108000" indent="-108000" rtl="0">
              <a:lnSpc>
                <a:spcPct val="100000"/>
              </a:lnSpc>
              <a:spcAft>
                <a:spcPts val="100"/>
              </a:spcAft>
              <a:buFont typeface="Arial" panose="020B0604020202020204" pitchFamily="34" charset="0"/>
              <a:buChar char="•"/>
              <a:defRPr sz="1050"/>
            </a:lvl3pPr>
            <a:lvl4pPr rtl="0">
              <a:lnSpc>
                <a:spcPct val="100000"/>
              </a:lnSpc>
              <a:spcAft>
                <a:spcPts val="100"/>
              </a:spcAft>
              <a:defRPr sz="1050"/>
            </a:lvl4pPr>
            <a:lvl5pPr rtl="0">
              <a:lnSpc>
                <a:spcPct val="100000"/>
              </a:lnSpc>
              <a:spcAft>
                <a:spcPts val="100"/>
              </a:spcAft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355396-0F0B-F590-F414-1D3ABB606813}"/>
              </a:ext>
            </a:extLst>
          </p:cNvPr>
          <p:cNvGrpSpPr/>
          <p:nvPr userDrawn="1"/>
        </p:nvGrpSpPr>
        <p:grpSpPr>
          <a:xfrm>
            <a:off x="11375136" y="226370"/>
            <a:ext cx="597717" cy="409130"/>
            <a:chOff x="8305049" y="2867507"/>
            <a:chExt cx="2054337" cy="140616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B5774C-428C-5091-B995-01E7776BFC37}"/>
                </a:ext>
              </a:extLst>
            </p:cNvPr>
            <p:cNvGrpSpPr/>
            <p:nvPr/>
          </p:nvGrpSpPr>
          <p:grpSpPr>
            <a:xfrm>
              <a:off x="8305049" y="2867507"/>
              <a:ext cx="2054337" cy="1092581"/>
              <a:chOff x="8305049" y="984907"/>
              <a:chExt cx="2054337" cy="1092581"/>
            </a:xfrm>
            <a:gradFill>
              <a:gsLst>
                <a:gs pos="0">
                  <a:srgbClr val="3797B3"/>
                </a:gs>
                <a:gs pos="100000">
                  <a:schemeClr val="accent3"/>
                </a:gs>
              </a:gsLst>
              <a:lin ang="0" scaled="1"/>
            </a:gradFill>
          </p:grpSpPr>
          <p:grpSp>
            <p:nvGrpSpPr>
              <p:cNvPr id="39" name="Graphic 113">
                <a:extLst>
                  <a:ext uri="{FF2B5EF4-FFF2-40B4-BE49-F238E27FC236}">
                    <a16:creationId xmlns:a16="http://schemas.microsoft.com/office/drawing/2014/main" id="{3F2DB653-D805-0F24-73B7-76D1CF177875}"/>
                  </a:ext>
                </a:extLst>
              </p:cNvPr>
              <p:cNvGrpSpPr/>
              <p:nvPr/>
            </p:nvGrpSpPr>
            <p:grpSpPr>
              <a:xfrm>
                <a:off x="8305049" y="1383133"/>
                <a:ext cx="2054337" cy="694355"/>
                <a:chOff x="8305049" y="1383133"/>
                <a:chExt cx="2054337" cy="694355"/>
              </a:xfrm>
              <a:grpFill/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A7822A68-39CD-6848-ACBE-9378AE73A9CA}"/>
                    </a:ext>
                  </a:extLst>
                </p:cNvPr>
                <p:cNvSpPr/>
                <p:nvPr/>
              </p:nvSpPr>
              <p:spPr>
                <a:xfrm>
                  <a:off x="8305049" y="1383133"/>
                  <a:ext cx="736786" cy="694134"/>
                </a:xfrm>
                <a:custGeom>
                  <a:avLst/>
                  <a:gdLst>
                    <a:gd name="connsiteX0" fmla="*/ 736786 w 736786"/>
                    <a:gd name="connsiteY0" fmla="*/ 343421 h 694134"/>
                    <a:gd name="connsiteX1" fmla="*/ 710046 w 736786"/>
                    <a:gd name="connsiteY1" fmla="*/ 488833 h 694134"/>
                    <a:gd name="connsiteX2" fmla="*/ 634467 w 736786"/>
                    <a:gd name="connsiteY2" fmla="*/ 599550 h 694134"/>
                    <a:gd name="connsiteX3" fmla="*/ 516236 w 736786"/>
                    <a:gd name="connsiteY3" fmla="*/ 669825 h 694134"/>
                    <a:gd name="connsiteX4" fmla="*/ 361321 w 736786"/>
                    <a:gd name="connsiteY4" fmla="*/ 694134 h 694134"/>
                    <a:gd name="connsiteX5" fmla="*/ 209721 w 736786"/>
                    <a:gd name="connsiteY5" fmla="*/ 669825 h 694134"/>
                    <a:gd name="connsiteX6" fmla="*/ 96131 w 736786"/>
                    <a:gd name="connsiteY6" fmla="*/ 600434 h 694134"/>
                    <a:gd name="connsiteX7" fmla="*/ 24751 w 736786"/>
                    <a:gd name="connsiteY7" fmla="*/ 491706 h 694134"/>
                    <a:gd name="connsiteX8" fmla="*/ 0 w 736786"/>
                    <a:gd name="connsiteY8" fmla="*/ 350051 h 694134"/>
                    <a:gd name="connsiteX9" fmla="*/ 0 w 736786"/>
                    <a:gd name="connsiteY9" fmla="*/ 342537 h 694134"/>
                    <a:gd name="connsiteX10" fmla="*/ 28729 w 736786"/>
                    <a:gd name="connsiteY10" fmla="*/ 199334 h 694134"/>
                    <a:gd name="connsiteX11" fmla="*/ 107623 w 736786"/>
                    <a:gd name="connsiteY11" fmla="*/ 91932 h 694134"/>
                    <a:gd name="connsiteX12" fmla="*/ 224527 w 736786"/>
                    <a:gd name="connsiteY12" fmla="*/ 23867 h 694134"/>
                    <a:gd name="connsiteX13" fmla="*/ 367067 w 736786"/>
                    <a:gd name="connsiteY13" fmla="*/ 0 h 694134"/>
                    <a:gd name="connsiteX14" fmla="*/ 512480 w 736786"/>
                    <a:gd name="connsiteY14" fmla="*/ 21657 h 694134"/>
                    <a:gd name="connsiteX15" fmla="*/ 629826 w 736786"/>
                    <a:gd name="connsiteY15" fmla="*/ 85966 h 694134"/>
                    <a:gd name="connsiteX16" fmla="*/ 708278 w 736786"/>
                    <a:gd name="connsiteY16" fmla="*/ 191600 h 694134"/>
                    <a:gd name="connsiteX17" fmla="*/ 736786 w 736786"/>
                    <a:gd name="connsiteY17" fmla="*/ 336128 h 694134"/>
                    <a:gd name="connsiteX18" fmla="*/ 736786 w 736786"/>
                    <a:gd name="connsiteY18" fmla="*/ 343642 h 694134"/>
                    <a:gd name="connsiteX19" fmla="*/ 476016 w 736786"/>
                    <a:gd name="connsiteY19" fmla="*/ 341653 h 694134"/>
                    <a:gd name="connsiteX20" fmla="*/ 445519 w 736786"/>
                    <a:gd name="connsiteY20" fmla="*/ 228947 h 694134"/>
                    <a:gd name="connsiteX21" fmla="*/ 367067 w 736786"/>
                    <a:gd name="connsiteY21" fmla="*/ 194252 h 694134"/>
                    <a:gd name="connsiteX22" fmla="*/ 290162 w 736786"/>
                    <a:gd name="connsiteY22" fmla="*/ 229389 h 694134"/>
                    <a:gd name="connsiteX23" fmla="*/ 260991 w 736786"/>
                    <a:gd name="connsiteY23" fmla="*/ 341432 h 694134"/>
                    <a:gd name="connsiteX24" fmla="*/ 260991 w 736786"/>
                    <a:gd name="connsiteY24" fmla="*/ 348946 h 694134"/>
                    <a:gd name="connsiteX25" fmla="*/ 288615 w 736786"/>
                    <a:gd name="connsiteY25" fmla="*/ 462093 h 694134"/>
                    <a:gd name="connsiteX26" fmla="*/ 367951 w 736786"/>
                    <a:gd name="connsiteY26" fmla="*/ 499220 h 694134"/>
                    <a:gd name="connsiteX27" fmla="*/ 447287 w 736786"/>
                    <a:gd name="connsiteY27" fmla="*/ 460767 h 694134"/>
                    <a:gd name="connsiteX28" fmla="*/ 476016 w 736786"/>
                    <a:gd name="connsiteY28" fmla="*/ 349167 h 694134"/>
                    <a:gd name="connsiteX29" fmla="*/ 476016 w 736786"/>
                    <a:gd name="connsiteY29" fmla="*/ 341653 h 69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36786" h="694134">
                      <a:moveTo>
                        <a:pt x="736786" y="343421"/>
                      </a:moveTo>
                      <a:cubicBezTo>
                        <a:pt x="736786" y="397122"/>
                        <a:pt x="727946" y="445740"/>
                        <a:pt x="710046" y="488833"/>
                      </a:cubicBezTo>
                      <a:cubicBezTo>
                        <a:pt x="692146" y="531927"/>
                        <a:pt x="666953" y="568832"/>
                        <a:pt x="634467" y="599550"/>
                      </a:cubicBezTo>
                      <a:cubicBezTo>
                        <a:pt x="601981" y="630268"/>
                        <a:pt x="562424" y="653693"/>
                        <a:pt x="516236" y="669825"/>
                      </a:cubicBezTo>
                      <a:cubicBezTo>
                        <a:pt x="469828" y="686179"/>
                        <a:pt x="418337" y="694134"/>
                        <a:pt x="361321" y="694134"/>
                      </a:cubicBezTo>
                      <a:cubicBezTo>
                        <a:pt x="304305" y="694134"/>
                        <a:pt x="254582" y="685958"/>
                        <a:pt x="209721" y="669825"/>
                      </a:cubicBezTo>
                      <a:cubicBezTo>
                        <a:pt x="164860" y="653472"/>
                        <a:pt x="127070" y="630489"/>
                        <a:pt x="96131" y="600434"/>
                      </a:cubicBezTo>
                      <a:cubicBezTo>
                        <a:pt x="65193" y="570379"/>
                        <a:pt x="41325" y="534137"/>
                        <a:pt x="24751" y="491706"/>
                      </a:cubicBezTo>
                      <a:cubicBezTo>
                        <a:pt x="8177" y="449276"/>
                        <a:pt x="0" y="401984"/>
                        <a:pt x="0" y="350051"/>
                      </a:cubicBezTo>
                      <a:lnTo>
                        <a:pt x="0" y="342537"/>
                      </a:lnTo>
                      <a:cubicBezTo>
                        <a:pt x="0" y="289278"/>
                        <a:pt x="9503" y="241765"/>
                        <a:pt x="28729" y="199334"/>
                      </a:cubicBezTo>
                      <a:cubicBezTo>
                        <a:pt x="47734" y="157125"/>
                        <a:pt x="74032" y="121324"/>
                        <a:pt x="107623" y="91932"/>
                      </a:cubicBezTo>
                      <a:cubicBezTo>
                        <a:pt x="140993" y="62541"/>
                        <a:pt x="180108" y="39778"/>
                        <a:pt x="224527" y="23867"/>
                      </a:cubicBezTo>
                      <a:cubicBezTo>
                        <a:pt x="268947" y="7956"/>
                        <a:pt x="316460" y="0"/>
                        <a:pt x="367067" y="0"/>
                      </a:cubicBezTo>
                      <a:cubicBezTo>
                        <a:pt x="417674" y="0"/>
                        <a:pt x="467397" y="7072"/>
                        <a:pt x="512480" y="21657"/>
                      </a:cubicBezTo>
                      <a:cubicBezTo>
                        <a:pt x="557562" y="36022"/>
                        <a:pt x="596677" y="57458"/>
                        <a:pt x="629826" y="85966"/>
                      </a:cubicBezTo>
                      <a:cubicBezTo>
                        <a:pt x="662975" y="114474"/>
                        <a:pt x="689052" y="149611"/>
                        <a:pt x="708278" y="191600"/>
                      </a:cubicBezTo>
                      <a:cubicBezTo>
                        <a:pt x="727283" y="233588"/>
                        <a:pt x="736786" y="281764"/>
                        <a:pt x="736786" y="336128"/>
                      </a:cubicBezTo>
                      <a:lnTo>
                        <a:pt x="736786" y="343642"/>
                      </a:lnTo>
                      <a:close/>
                      <a:moveTo>
                        <a:pt x="476016" y="341653"/>
                      </a:moveTo>
                      <a:cubicBezTo>
                        <a:pt x="476016" y="289720"/>
                        <a:pt x="465850" y="252151"/>
                        <a:pt x="445519" y="228947"/>
                      </a:cubicBezTo>
                      <a:cubicBezTo>
                        <a:pt x="425188" y="205743"/>
                        <a:pt x="399111" y="194252"/>
                        <a:pt x="367067" y="194252"/>
                      </a:cubicBezTo>
                      <a:cubicBezTo>
                        <a:pt x="335023" y="194252"/>
                        <a:pt x="309609" y="205964"/>
                        <a:pt x="290162" y="229389"/>
                      </a:cubicBezTo>
                      <a:cubicBezTo>
                        <a:pt x="270715" y="252814"/>
                        <a:pt x="260991" y="290162"/>
                        <a:pt x="260991" y="341432"/>
                      </a:cubicBezTo>
                      <a:lnTo>
                        <a:pt x="260991" y="348946"/>
                      </a:lnTo>
                      <a:cubicBezTo>
                        <a:pt x="260991" y="399553"/>
                        <a:pt x="270273" y="437342"/>
                        <a:pt x="288615" y="462093"/>
                      </a:cubicBezTo>
                      <a:cubicBezTo>
                        <a:pt x="306957" y="486844"/>
                        <a:pt x="333476" y="499220"/>
                        <a:pt x="367951" y="499220"/>
                      </a:cubicBezTo>
                      <a:cubicBezTo>
                        <a:pt x="402426" y="499220"/>
                        <a:pt x="428061" y="486402"/>
                        <a:pt x="447287" y="460767"/>
                      </a:cubicBezTo>
                      <a:cubicBezTo>
                        <a:pt x="466513" y="435132"/>
                        <a:pt x="476016" y="397785"/>
                        <a:pt x="476016" y="349167"/>
                      </a:cubicBezTo>
                      <a:lnTo>
                        <a:pt x="476016" y="341653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0C3013B9-03D3-12E9-1FCF-35D1AB93C6D9}"/>
                    </a:ext>
                  </a:extLst>
                </p:cNvPr>
                <p:cNvSpPr/>
                <p:nvPr/>
              </p:nvSpPr>
              <p:spPr>
                <a:xfrm>
                  <a:off x="9486028" y="1714179"/>
                  <a:ext cx="1546" cy="3977"/>
                </a:xfrm>
                <a:custGeom>
                  <a:avLst/>
                  <a:gdLst>
                    <a:gd name="connsiteX0" fmla="*/ 1547 w 1546"/>
                    <a:gd name="connsiteY0" fmla="*/ 3978 h 3977"/>
                    <a:gd name="connsiteX1" fmla="*/ 1547 w 1546"/>
                    <a:gd name="connsiteY1" fmla="*/ 0 h 3977"/>
                    <a:gd name="connsiteX2" fmla="*/ 0 w 1546"/>
                    <a:gd name="connsiteY2" fmla="*/ 663 h 3977"/>
                    <a:gd name="connsiteX3" fmla="*/ 1547 w 1546"/>
                    <a:gd name="connsiteY3" fmla="*/ 3978 h 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6" h="3977">
                      <a:moveTo>
                        <a:pt x="1547" y="3978"/>
                      </a:moveTo>
                      <a:lnTo>
                        <a:pt x="1547" y="0"/>
                      </a:lnTo>
                      <a:lnTo>
                        <a:pt x="0" y="663"/>
                      </a:lnTo>
                      <a:lnTo>
                        <a:pt x="1547" y="397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9950AFB8-FCCA-20C0-3594-9C1450E86CCD}"/>
                    </a:ext>
                  </a:extLst>
                </p:cNvPr>
                <p:cNvSpPr/>
                <p:nvPr/>
              </p:nvSpPr>
              <p:spPr>
                <a:xfrm>
                  <a:off x="9063271" y="1406558"/>
                  <a:ext cx="536788" cy="670930"/>
                </a:xfrm>
                <a:custGeom>
                  <a:avLst/>
                  <a:gdLst>
                    <a:gd name="connsiteX0" fmla="*/ 424304 w 536788"/>
                    <a:gd name="connsiteY0" fmla="*/ 307620 h 670930"/>
                    <a:gd name="connsiteX1" fmla="*/ 424304 w 536788"/>
                    <a:gd name="connsiteY1" fmla="*/ 311598 h 670930"/>
                    <a:gd name="connsiteX2" fmla="*/ 422757 w 536788"/>
                    <a:gd name="connsiteY2" fmla="*/ 308283 h 670930"/>
                    <a:gd name="connsiteX3" fmla="*/ 420326 w 536788"/>
                    <a:gd name="connsiteY3" fmla="*/ 309609 h 670930"/>
                    <a:gd name="connsiteX4" fmla="*/ 420326 w 536788"/>
                    <a:gd name="connsiteY4" fmla="*/ 303421 h 670930"/>
                    <a:gd name="connsiteX5" fmla="*/ 278891 w 536788"/>
                    <a:gd name="connsiteY5" fmla="*/ 0 h 670930"/>
                    <a:gd name="connsiteX6" fmla="*/ 0 w 536788"/>
                    <a:gd name="connsiteY6" fmla="*/ 0 h 670930"/>
                    <a:gd name="connsiteX7" fmla="*/ 0 w 536788"/>
                    <a:gd name="connsiteY7" fmla="*/ 670930 h 670930"/>
                    <a:gd name="connsiteX8" fmla="*/ 222539 w 536788"/>
                    <a:gd name="connsiteY8" fmla="*/ 670930 h 670930"/>
                    <a:gd name="connsiteX9" fmla="*/ 222539 w 536788"/>
                    <a:gd name="connsiteY9" fmla="*/ 304968 h 670930"/>
                    <a:gd name="connsiteX10" fmla="*/ 408393 w 536788"/>
                    <a:gd name="connsiteY10" fmla="*/ 670930 h 670930"/>
                    <a:gd name="connsiteX11" fmla="*/ 536789 w 536788"/>
                    <a:gd name="connsiteY11" fmla="*/ 670930 h 670930"/>
                    <a:gd name="connsiteX12" fmla="*/ 536789 w 536788"/>
                    <a:gd name="connsiteY12" fmla="*/ 245964 h 670930"/>
                    <a:gd name="connsiteX13" fmla="*/ 424304 w 536788"/>
                    <a:gd name="connsiteY13" fmla="*/ 30762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36788" h="670930">
                      <a:moveTo>
                        <a:pt x="424304" y="307620"/>
                      </a:moveTo>
                      <a:lnTo>
                        <a:pt x="424304" y="311598"/>
                      </a:lnTo>
                      <a:lnTo>
                        <a:pt x="422757" y="308283"/>
                      </a:lnTo>
                      <a:lnTo>
                        <a:pt x="420326" y="309609"/>
                      </a:lnTo>
                      <a:lnTo>
                        <a:pt x="420326" y="303421"/>
                      </a:lnTo>
                      <a:lnTo>
                        <a:pt x="278891" y="0"/>
                      </a:lnTo>
                      <a:lnTo>
                        <a:pt x="0" y="0"/>
                      </a:lnTo>
                      <a:lnTo>
                        <a:pt x="0" y="670930"/>
                      </a:lnTo>
                      <a:lnTo>
                        <a:pt x="222539" y="670930"/>
                      </a:lnTo>
                      <a:lnTo>
                        <a:pt x="222539" y="304968"/>
                      </a:lnTo>
                      <a:lnTo>
                        <a:pt x="408393" y="670930"/>
                      </a:lnTo>
                      <a:lnTo>
                        <a:pt x="536789" y="670930"/>
                      </a:lnTo>
                      <a:lnTo>
                        <a:pt x="536789" y="245964"/>
                      </a:lnTo>
                      <a:lnTo>
                        <a:pt x="424304" y="30762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E6EF1B5-F0E3-FF11-3EB6-A5B81DA5E9A8}"/>
                    </a:ext>
                  </a:extLst>
                </p:cNvPr>
                <p:cNvSpPr/>
                <p:nvPr/>
              </p:nvSpPr>
              <p:spPr>
                <a:xfrm>
                  <a:off x="9487575" y="1406558"/>
                  <a:ext cx="149169" cy="145633"/>
                </a:xfrm>
                <a:custGeom>
                  <a:avLst/>
                  <a:gdLst>
                    <a:gd name="connsiteX0" fmla="*/ 0 w 149169"/>
                    <a:gd name="connsiteY0" fmla="*/ 0 h 145633"/>
                    <a:gd name="connsiteX1" fmla="*/ 0 w 149169"/>
                    <a:gd name="connsiteY1" fmla="*/ 145633 h 145633"/>
                    <a:gd name="connsiteX2" fmla="*/ 149169 w 149169"/>
                    <a:gd name="connsiteY2" fmla="*/ 0 h 145633"/>
                    <a:gd name="connsiteX3" fmla="*/ 0 w 149169"/>
                    <a:gd name="connsiteY3" fmla="*/ 0 h 145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169" h="145633">
                      <a:moveTo>
                        <a:pt x="0" y="0"/>
                      </a:moveTo>
                      <a:lnTo>
                        <a:pt x="0" y="145633"/>
                      </a:lnTo>
                      <a:lnTo>
                        <a:pt x="1491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2233A764-EEE0-FA2C-0BD5-1D641B6E94C8}"/>
                    </a:ext>
                  </a:extLst>
                </p:cNvPr>
                <p:cNvSpPr/>
                <p:nvPr/>
              </p:nvSpPr>
              <p:spPr>
                <a:xfrm>
                  <a:off x="9483597" y="1709980"/>
                  <a:ext cx="2430" cy="6187"/>
                </a:xfrm>
                <a:custGeom>
                  <a:avLst/>
                  <a:gdLst>
                    <a:gd name="connsiteX0" fmla="*/ 2431 w 2430"/>
                    <a:gd name="connsiteY0" fmla="*/ 4862 h 6187"/>
                    <a:gd name="connsiteX1" fmla="*/ 0 w 2430"/>
                    <a:gd name="connsiteY1" fmla="*/ 0 h 6187"/>
                    <a:gd name="connsiteX2" fmla="*/ 0 w 2430"/>
                    <a:gd name="connsiteY2" fmla="*/ 6188 h 6187"/>
                    <a:gd name="connsiteX3" fmla="*/ 2431 w 2430"/>
                    <a:gd name="connsiteY3" fmla="*/ 4862 h 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0" h="6187">
                      <a:moveTo>
                        <a:pt x="2431" y="4862"/>
                      </a:moveTo>
                      <a:lnTo>
                        <a:pt x="0" y="0"/>
                      </a:lnTo>
                      <a:lnTo>
                        <a:pt x="0" y="6188"/>
                      </a:lnTo>
                      <a:lnTo>
                        <a:pt x="2431" y="48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1DB3FB84-732E-4F1B-0314-6311BE22F2F4}"/>
                    </a:ext>
                  </a:extLst>
                </p:cNvPr>
                <p:cNvSpPr/>
                <p:nvPr/>
              </p:nvSpPr>
              <p:spPr>
                <a:xfrm>
                  <a:off x="9844034" y="1406558"/>
                  <a:ext cx="515352" cy="670930"/>
                </a:xfrm>
                <a:custGeom>
                  <a:avLst/>
                  <a:gdLst>
                    <a:gd name="connsiteX0" fmla="*/ 515132 w 515352"/>
                    <a:gd name="connsiteY0" fmla="*/ 670930 h 670930"/>
                    <a:gd name="connsiteX1" fmla="*/ 0 w 515352"/>
                    <a:gd name="connsiteY1" fmla="*/ 670930 h 670930"/>
                    <a:gd name="connsiteX2" fmla="*/ 0 w 515352"/>
                    <a:gd name="connsiteY2" fmla="*/ 0 h 670930"/>
                    <a:gd name="connsiteX3" fmla="*/ 501209 w 515352"/>
                    <a:gd name="connsiteY3" fmla="*/ 0 h 670930"/>
                    <a:gd name="connsiteX4" fmla="*/ 501209 w 515352"/>
                    <a:gd name="connsiteY4" fmla="*/ 190495 h 670930"/>
                    <a:gd name="connsiteX5" fmla="*/ 248837 w 515352"/>
                    <a:gd name="connsiteY5" fmla="*/ 190495 h 670930"/>
                    <a:gd name="connsiteX6" fmla="*/ 248837 w 515352"/>
                    <a:gd name="connsiteY6" fmla="*/ 247732 h 670930"/>
                    <a:gd name="connsiteX7" fmla="*/ 447729 w 515352"/>
                    <a:gd name="connsiteY7" fmla="*/ 247732 h 670930"/>
                    <a:gd name="connsiteX8" fmla="*/ 447729 w 515352"/>
                    <a:gd name="connsiteY8" fmla="*/ 420326 h 670930"/>
                    <a:gd name="connsiteX9" fmla="*/ 248837 w 515352"/>
                    <a:gd name="connsiteY9" fmla="*/ 420326 h 670930"/>
                    <a:gd name="connsiteX10" fmla="*/ 248837 w 515352"/>
                    <a:gd name="connsiteY10" fmla="*/ 480436 h 670930"/>
                    <a:gd name="connsiteX11" fmla="*/ 515352 w 515352"/>
                    <a:gd name="connsiteY11" fmla="*/ 480436 h 670930"/>
                    <a:gd name="connsiteX12" fmla="*/ 515352 w 515352"/>
                    <a:gd name="connsiteY12" fmla="*/ 670930 h 670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15352" h="670930">
                      <a:moveTo>
                        <a:pt x="515132" y="670930"/>
                      </a:moveTo>
                      <a:lnTo>
                        <a:pt x="0" y="670930"/>
                      </a:lnTo>
                      <a:lnTo>
                        <a:pt x="0" y="0"/>
                      </a:lnTo>
                      <a:lnTo>
                        <a:pt x="501209" y="0"/>
                      </a:lnTo>
                      <a:lnTo>
                        <a:pt x="501209" y="190495"/>
                      </a:lnTo>
                      <a:lnTo>
                        <a:pt x="248837" y="190495"/>
                      </a:lnTo>
                      <a:lnTo>
                        <a:pt x="248837" y="247732"/>
                      </a:lnTo>
                      <a:lnTo>
                        <a:pt x="447729" y="247732"/>
                      </a:lnTo>
                      <a:lnTo>
                        <a:pt x="447729" y="420326"/>
                      </a:lnTo>
                      <a:lnTo>
                        <a:pt x="248837" y="420326"/>
                      </a:lnTo>
                      <a:lnTo>
                        <a:pt x="248837" y="480436"/>
                      </a:lnTo>
                      <a:lnTo>
                        <a:pt x="515352" y="480436"/>
                      </a:lnTo>
                      <a:lnTo>
                        <a:pt x="515352" y="6709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  <p:grpSp>
            <p:nvGrpSpPr>
              <p:cNvPr id="40" name="Graphic 113">
                <a:extLst>
                  <a:ext uri="{FF2B5EF4-FFF2-40B4-BE49-F238E27FC236}">
                    <a16:creationId xmlns:a16="http://schemas.microsoft.com/office/drawing/2014/main" id="{3A03471C-A7F6-CDD7-EDD3-ADD5BF0AB371}"/>
                  </a:ext>
                </a:extLst>
              </p:cNvPr>
              <p:cNvGrpSpPr/>
              <p:nvPr/>
            </p:nvGrpSpPr>
            <p:grpSpPr>
              <a:xfrm>
                <a:off x="8305270" y="984907"/>
                <a:ext cx="2053895" cy="325520"/>
                <a:chOff x="8305270" y="984907"/>
                <a:chExt cx="2053895" cy="325520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8C0D165-DED9-0486-32F2-FF080EB005CD}"/>
                    </a:ext>
                  </a:extLst>
                </p:cNvPr>
                <p:cNvSpPr/>
                <p:nvPr/>
              </p:nvSpPr>
              <p:spPr>
                <a:xfrm>
                  <a:off x="8305270" y="989989"/>
                  <a:ext cx="269609" cy="314249"/>
                </a:xfrm>
                <a:custGeom>
                  <a:avLst/>
                  <a:gdLst>
                    <a:gd name="connsiteX0" fmla="*/ 116463 w 269609"/>
                    <a:gd name="connsiteY0" fmla="*/ 314250 h 314249"/>
                    <a:gd name="connsiteX1" fmla="*/ 0 w 269609"/>
                    <a:gd name="connsiteY1" fmla="*/ 314250 h 314249"/>
                    <a:gd name="connsiteX2" fmla="*/ 0 w 269609"/>
                    <a:gd name="connsiteY2" fmla="*/ 0 h 314249"/>
                    <a:gd name="connsiteX3" fmla="*/ 135247 w 269609"/>
                    <a:gd name="connsiteY3" fmla="*/ 0 h 314249"/>
                    <a:gd name="connsiteX4" fmla="*/ 198229 w 269609"/>
                    <a:gd name="connsiteY4" fmla="*/ 7956 h 314249"/>
                    <a:gd name="connsiteX5" fmla="*/ 239776 w 269609"/>
                    <a:gd name="connsiteY5" fmla="*/ 30497 h 314249"/>
                    <a:gd name="connsiteX6" fmla="*/ 262538 w 269609"/>
                    <a:gd name="connsiteY6" fmla="*/ 65855 h 314249"/>
                    <a:gd name="connsiteX7" fmla="*/ 269610 w 269609"/>
                    <a:gd name="connsiteY7" fmla="*/ 112043 h 314249"/>
                    <a:gd name="connsiteX8" fmla="*/ 269610 w 269609"/>
                    <a:gd name="connsiteY8" fmla="*/ 113811 h 314249"/>
                    <a:gd name="connsiteX9" fmla="*/ 238008 w 269609"/>
                    <a:gd name="connsiteY9" fmla="*/ 190937 h 314249"/>
                    <a:gd name="connsiteX10" fmla="*/ 140993 w 269609"/>
                    <a:gd name="connsiteY10" fmla="*/ 219224 h 314249"/>
                    <a:gd name="connsiteX11" fmla="*/ 116463 w 269609"/>
                    <a:gd name="connsiteY11" fmla="*/ 219224 h 314249"/>
                    <a:gd name="connsiteX12" fmla="*/ 116463 w 269609"/>
                    <a:gd name="connsiteY12" fmla="*/ 314029 h 314249"/>
                    <a:gd name="connsiteX13" fmla="*/ 159556 w 269609"/>
                    <a:gd name="connsiteY13" fmla="*/ 112485 h 314249"/>
                    <a:gd name="connsiteX14" fmla="*/ 128396 w 269609"/>
                    <a:gd name="connsiteY14" fmla="*/ 86629 h 314249"/>
                    <a:gd name="connsiteX15" fmla="*/ 116463 w 269609"/>
                    <a:gd name="connsiteY15" fmla="*/ 86629 h 314249"/>
                    <a:gd name="connsiteX16" fmla="*/ 116463 w 269609"/>
                    <a:gd name="connsiteY16" fmla="*/ 141877 h 314249"/>
                    <a:gd name="connsiteX17" fmla="*/ 127954 w 269609"/>
                    <a:gd name="connsiteY17" fmla="*/ 141877 h 314249"/>
                    <a:gd name="connsiteX18" fmla="*/ 159556 w 269609"/>
                    <a:gd name="connsiteY18" fmla="*/ 114253 h 314249"/>
                    <a:gd name="connsiteX19" fmla="*/ 159556 w 269609"/>
                    <a:gd name="connsiteY19" fmla="*/ 112485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9609" h="314249">
                      <a:moveTo>
                        <a:pt x="11646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5247" y="0"/>
                      </a:lnTo>
                      <a:cubicBezTo>
                        <a:pt x="160219" y="0"/>
                        <a:pt x="181213" y="2652"/>
                        <a:pt x="198229" y="7956"/>
                      </a:cubicBezTo>
                      <a:cubicBezTo>
                        <a:pt x="215467" y="13259"/>
                        <a:pt x="229168" y="20773"/>
                        <a:pt x="239776" y="30497"/>
                      </a:cubicBezTo>
                      <a:cubicBezTo>
                        <a:pt x="250384" y="40220"/>
                        <a:pt x="257897" y="52154"/>
                        <a:pt x="262538" y="65855"/>
                      </a:cubicBezTo>
                      <a:cubicBezTo>
                        <a:pt x="267179" y="79557"/>
                        <a:pt x="269610" y="95026"/>
                        <a:pt x="269610" y="112043"/>
                      </a:cubicBezTo>
                      <a:lnTo>
                        <a:pt x="269610" y="113811"/>
                      </a:lnTo>
                      <a:cubicBezTo>
                        <a:pt x="269610" y="146296"/>
                        <a:pt x="259002" y="172152"/>
                        <a:pt x="238008" y="190937"/>
                      </a:cubicBezTo>
                      <a:cubicBezTo>
                        <a:pt x="217014" y="209942"/>
                        <a:pt x="184528" y="219224"/>
                        <a:pt x="140993" y="219224"/>
                      </a:cubicBezTo>
                      <a:lnTo>
                        <a:pt x="116463" y="219224"/>
                      </a:lnTo>
                      <a:lnTo>
                        <a:pt x="116463" y="314029"/>
                      </a:lnTo>
                      <a:close/>
                      <a:moveTo>
                        <a:pt x="159556" y="112485"/>
                      </a:moveTo>
                      <a:cubicBezTo>
                        <a:pt x="159556" y="95247"/>
                        <a:pt x="149169" y="86629"/>
                        <a:pt x="128396" y="86629"/>
                      </a:cubicBezTo>
                      <a:lnTo>
                        <a:pt x="116463" y="86629"/>
                      </a:lnTo>
                      <a:lnTo>
                        <a:pt x="116463" y="141877"/>
                      </a:lnTo>
                      <a:lnTo>
                        <a:pt x="127954" y="141877"/>
                      </a:lnTo>
                      <a:cubicBezTo>
                        <a:pt x="148948" y="141877"/>
                        <a:pt x="159556" y="132595"/>
                        <a:pt x="159556" y="114253"/>
                      </a:cubicBezTo>
                      <a:lnTo>
                        <a:pt x="159556" y="11248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2EA2CC39-8515-E190-E5CF-894D1767601B}"/>
                    </a:ext>
                  </a:extLst>
                </p:cNvPr>
                <p:cNvSpPr/>
                <p:nvPr/>
              </p:nvSpPr>
              <p:spPr>
                <a:xfrm>
                  <a:off x="8607365" y="989989"/>
                  <a:ext cx="293697" cy="314249"/>
                </a:xfrm>
                <a:custGeom>
                  <a:avLst/>
                  <a:gdLst>
                    <a:gd name="connsiteX0" fmla="*/ 293698 w 293697"/>
                    <a:gd name="connsiteY0" fmla="*/ 314250 h 314249"/>
                    <a:gd name="connsiteX1" fmla="*/ 171931 w 293697"/>
                    <a:gd name="connsiteY1" fmla="*/ 314250 h 314249"/>
                    <a:gd name="connsiteX2" fmla="*/ 123092 w 293697"/>
                    <a:gd name="connsiteY2" fmla="*/ 214583 h 314249"/>
                    <a:gd name="connsiteX3" fmla="*/ 116463 w 293697"/>
                    <a:gd name="connsiteY3" fmla="*/ 214583 h 314249"/>
                    <a:gd name="connsiteX4" fmla="*/ 116463 w 293697"/>
                    <a:gd name="connsiteY4" fmla="*/ 314250 h 314249"/>
                    <a:gd name="connsiteX5" fmla="*/ 0 w 293697"/>
                    <a:gd name="connsiteY5" fmla="*/ 314250 h 314249"/>
                    <a:gd name="connsiteX6" fmla="*/ 0 w 293697"/>
                    <a:gd name="connsiteY6" fmla="*/ 0 h 314249"/>
                    <a:gd name="connsiteX7" fmla="*/ 137899 w 293697"/>
                    <a:gd name="connsiteY7" fmla="*/ 0 h 314249"/>
                    <a:gd name="connsiteX8" fmla="*/ 241544 w 293697"/>
                    <a:gd name="connsiteY8" fmla="*/ 27403 h 314249"/>
                    <a:gd name="connsiteX9" fmla="*/ 274914 w 293697"/>
                    <a:gd name="connsiteY9" fmla="*/ 105855 h 314249"/>
                    <a:gd name="connsiteX10" fmla="*/ 274914 w 293697"/>
                    <a:gd name="connsiteY10" fmla="*/ 107623 h 314249"/>
                    <a:gd name="connsiteX11" fmla="*/ 262317 w 293697"/>
                    <a:gd name="connsiteY11" fmla="*/ 158230 h 314249"/>
                    <a:gd name="connsiteX12" fmla="*/ 228726 w 293697"/>
                    <a:gd name="connsiteY12" fmla="*/ 188948 h 314249"/>
                    <a:gd name="connsiteX13" fmla="*/ 293256 w 293697"/>
                    <a:gd name="connsiteY13" fmla="*/ 314250 h 314249"/>
                    <a:gd name="connsiteX14" fmla="*/ 162871 w 293697"/>
                    <a:gd name="connsiteY14" fmla="*/ 111601 h 314249"/>
                    <a:gd name="connsiteX15" fmla="*/ 130827 w 293697"/>
                    <a:gd name="connsiteY15" fmla="*/ 87071 h 314249"/>
                    <a:gd name="connsiteX16" fmla="*/ 116684 w 293697"/>
                    <a:gd name="connsiteY16" fmla="*/ 87071 h 314249"/>
                    <a:gd name="connsiteX17" fmla="*/ 116684 w 293697"/>
                    <a:gd name="connsiteY17" fmla="*/ 141214 h 314249"/>
                    <a:gd name="connsiteX18" fmla="*/ 129943 w 293697"/>
                    <a:gd name="connsiteY18" fmla="*/ 141214 h 314249"/>
                    <a:gd name="connsiteX19" fmla="*/ 154915 w 293697"/>
                    <a:gd name="connsiteY19" fmla="*/ 134363 h 314249"/>
                    <a:gd name="connsiteX20" fmla="*/ 162871 w 293697"/>
                    <a:gd name="connsiteY20" fmla="*/ 113590 h 314249"/>
                    <a:gd name="connsiteX21" fmla="*/ 162871 w 293697"/>
                    <a:gd name="connsiteY21" fmla="*/ 111822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3697" h="314249">
                      <a:moveTo>
                        <a:pt x="293698" y="314250"/>
                      </a:moveTo>
                      <a:lnTo>
                        <a:pt x="171931" y="314250"/>
                      </a:lnTo>
                      <a:lnTo>
                        <a:pt x="123092" y="214583"/>
                      </a:lnTo>
                      <a:lnTo>
                        <a:pt x="116463" y="214583"/>
                      </a:lnTo>
                      <a:lnTo>
                        <a:pt x="116463" y="314250"/>
                      </a:ln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137899" y="0"/>
                      </a:lnTo>
                      <a:cubicBezTo>
                        <a:pt x="184749" y="0"/>
                        <a:pt x="219445" y="9061"/>
                        <a:pt x="241544" y="27403"/>
                      </a:cubicBezTo>
                      <a:cubicBezTo>
                        <a:pt x="263643" y="45745"/>
                        <a:pt x="274914" y="71822"/>
                        <a:pt x="274914" y="105855"/>
                      </a:cubicBezTo>
                      <a:lnTo>
                        <a:pt x="274914" y="107623"/>
                      </a:lnTo>
                      <a:cubicBezTo>
                        <a:pt x="274914" y="128396"/>
                        <a:pt x="270715" y="145191"/>
                        <a:pt x="262317" y="158230"/>
                      </a:cubicBezTo>
                      <a:cubicBezTo>
                        <a:pt x="253919" y="171268"/>
                        <a:pt x="242649" y="181434"/>
                        <a:pt x="228726" y="188948"/>
                      </a:cubicBezTo>
                      <a:lnTo>
                        <a:pt x="293256" y="314250"/>
                      </a:lnTo>
                      <a:close/>
                      <a:moveTo>
                        <a:pt x="162871" y="111601"/>
                      </a:moveTo>
                      <a:cubicBezTo>
                        <a:pt x="162871" y="95247"/>
                        <a:pt x="152263" y="87071"/>
                        <a:pt x="130827" y="87071"/>
                      </a:cubicBezTo>
                      <a:lnTo>
                        <a:pt x="116684" y="87071"/>
                      </a:lnTo>
                      <a:lnTo>
                        <a:pt x="116684" y="141214"/>
                      </a:lnTo>
                      <a:lnTo>
                        <a:pt x="129943" y="141214"/>
                      </a:lnTo>
                      <a:cubicBezTo>
                        <a:pt x="141435" y="141214"/>
                        <a:pt x="149611" y="139004"/>
                        <a:pt x="154915" y="134363"/>
                      </a:cubicBezTo>
                      <a:cubicBezTo>
                        <a:pt x="160219" y="129722"/>
                        <a:pt x="162871" y="122871"/>
                        <a:pt x="162871" y="113590"/>
                      </a:cubicBezTo>
                      <a:lnTo>
                        <a:pt x="162871" y="11182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A946F3-8864-4AEE-FEEF-65027884E347}"/>
                    </a:ext>
                  </a:extLst>
                </p:cNvPr>
                <p:cNvSpPr/>
                <p:nvPr/>
              </p:nvSpPr>
              <p:spPr>
                <a:xfrm>
                  <a:off x="8908135" y="985128"/>
                  <a:ext cx="345188" cy="325299"/>
                </a:xfrm>
                <a:custGeom>
                  <a:avLst/>
                  <a:gdLst>
                    <a:gd name="connsiteX0" fmla="*/ 344968 w 345188"/>
                    <a:gd name="connsiteY0" fmla="*/ 160882 h 325299"/>
                    <a:gd name="connsiteX1" fmla="*/ 332371 w 345188"/>
                    <a:gd name="connsiteY1" fmla="*/ 228947 h 325299"/>
                    <a:gd name="connsiteX2" fmla="*/ 297013 w 345188"/>
                    <a:gd name="connsiteY2" fmla="*/ 280880 h 325299"/>
                    <a:gd name="connsiteX3" fmla="*/ 241765 w 345188"/>
                    <a:gd name="connsiteY3" fmla="*/ 313808 h 325299"/>
                    <a:gd name="connsiteX4" fmla="*/ 169280 w 345188"/>
                    <a:gd name="connsiteY4" fmla="*/ 325300 h 325299"/>
                    <a:gd name="connsiteX5" fmla="*/ 98341 w 345188"/>
                    <a:gd name="connsiteY5" fmla="*/ 313808 h 325299"/>
                    <a:gd name="connsiteX6" fmla="*/ 45082 w 345188"/>
                    <a:gd name="connsiteY6" fmla="*/ 281322 h 325299"/>
                    <a:gd name="connsiteX7" fmla="*/ 11713 w 345188"/>
                    <a:gd name="connsiteY7" fmla="*/ 230273 h 325299"/>
                    <a:gd name="connsiteX8" fmla="*/ 0 w 345188"/>
                    <a:gd name="connsiteY8" fmla="*/ 163976 h 325299"/>
                    <a:gd name="connsiteX9" fmla="*/ 0 w 345188"/>
                    <a:gd name="connsiteY9" fmla="*/ 160440 h 325299"/>
                    <a:gd name="connsiteX10" fmla="*/ 13480 w 345188"/>
                    <a:gd name="connsiteY10" fmla="*/ 93479 h 325299"/>
                    <a:gd name="connsiteX11" fmla="*/ 50386 w 345188"/>
                    <a:gd name="connsiteY11" fmla="*/ 43093 h 325299"/>
                    <a:gd name="connsiteX12" fmla="*/ 105192 w 345188"/>
                    <a:gd name="connsiteY12" fmla="*/ 11271 h 325299"/>
                    <a:gd name="connsiteX13" fmla="*/ 171931 w 345188"/>
                    <a:gd name="connsiteY13" fmla="*/ 0 h 325299"/>
                    <a:gd name="connsiteX14" fmla="*/ 239997 w 345188"/>
                    <a:gd name="connsiteY14" fmla="*/ 10166 h 325299"/>
                    <a:gd name="connsiteX15" fmla="*/ 295024 w 345188"/>
                    <a:gd name="connsiteY15" fmla="*/ 40220 h 325299"/>
                    <a:gd name="connsiteX16" fmla="*/ 331708 w 345188"/>
                    <a:gd name="connsiteY16" fmla="*/ 89723 h 325299"/>
                    <a:gd name="connsiteX17" fmla="*/ 345189 w 345188"/>
                    <a:gd name="connsiteY17" fmla="*/ 157346 h 325299"/>
                    <a:gd name="connsiteX18" fmla="*/ 345189 w 345188"/>
                    <a:gd name="connsiteY18" fmla="*/ 160882 h 325299"/>
                    <a:gd name="connsiteX19" fmla="*/ 222760 w 345188"/>
                    <a:gd name="connsiteY19" fmla="*/ 159998 h 325299"/>
                    <a:gd name="connsiteX20" fmla="*/ 208395 w 345188"/>
                    <a:gd name="connsiteY20" fmla="*/ 107181 h 325299"/>
                    <a:gd name="connsiteX21" fmla="*/ 171710 w 345188"/>
                    <a:gd name="connsiteY21" fmla="*/ 90828 h 325299"/>
                    <a:gd name="connsiteX22" fmla="*/ 135689 w 345188"/>
                    <a:gd name="connsiteY22" fmla="*/ 107402 h 325299"/>
                    <a:gd name="connsiteX23" fmla="*/ 121987 w 345188"/>
                    <a:gd name="connsiteY23" fmla="*/ 159998 h 325299"/>
                    <a:gd name="connsiteX24" fmla="*/ 121987 w 345188"/>
                    <a:gd name="connsiteY24" fmla="*/ 163534 h 325299"/>
                    <a:gd name="connsiteX25" fmla="*/ 135026 w 345188"/>
                    <a:gd name="connsiteY25" fmla="*/ 216572 h 325299"/>
                    <a:gd name="connsiteX26" fmla="*/ 172152 w 345188"/>
                    <a:gd name="connsiteY26" fmla="*/ 233809 h 325299"/>
                    <a:gd name="connsiteX27" fmla="*/ 209279 w 345188"/>
                    <a:gd name="connsiteY27" fmla="*/ 215909 h 325299"/>
                    <a:gd name="connsiteX28" fmla="*/ 222760 w 345188"/>
                    <a:gd name="connsiteY28" fmla="*/ 163534 h 325299"/>
                    <a:gd name="connsiteX29" fmla="*/ 222760 w 345188"/>
                    <a:gd name="connsiteY29" fmla="*/ 159998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45188" h="325299">
                      <a:moveTo>
                        <a:pt x="344968" y="160882"/>
                      </a:moveTo>
                      <a:cubicBezTo>
                        <a:pt x="344968" y="186075"/>
                        <a:pt x="340769" y="208837"/>
                        <a:pt x="332371" y="228947"/>
                      </a:cubicBezTo>
                      <a:cubicBezTo>
                        <a:pt x="323974" y="249058"/>
                        <a:pt x="312261" y="266516"/>
                        <a:pt x="297013" y="280880"/>
                      </a:cubicBezTo>
                      <a:cubicBezTo>
                        <a:pt x="281764" y="295245"/>
                        <a:pt x="263422" y="306294"/>
                        <a:pt x="241765" y="313808"/>
                      </a:cubicBezTo>
                      <a:cubicBezTo>
                        <a:pt x="220108" y="321322"/>
                        <a:pt x="195799" y="325300"/>
                        <a:pt x="169280" y="325300"/>
                      </a:cubicBezTo>
                      <a:cubicBezTo>
                        <a:pt x="142761" y="325300"/>
                        <a:pt x="119335" y="321543"/>
                        <a:pt x="98341" y="313808"/>
                      </a:cubicBezTo>
                      <a:cubicBezTo>
                        <a:pt x="77347" y="306294"/>
                        <a:pt x="59668" y="295466"/>
                        <a:pt x="45082" y="281322"/>
                      </a:cubicBezTo>
                      <a:cubicBezTo>
                        <a:pt x="30497" y="267179"/>
                        <a:pt x="19447" y="250383"/>
                        <a:pt x="11713" y="230273"/>
                      </a:cubicBezTo>
                      <a:cubicBezTo>
                        <a:pt x="3978" y="210163"/>
                        <a:pt x="0" y="188285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468"/>
                        <a:pt x="4420" y="113148"/>
                        <a:pt x="13480" y="93479"/>
                      </a:cubicBezTo>
                      <a:cubicBezTo>
                        <a:pt x="22320" y="73811"/>
                        <a:pt x="34696" y="57016"/>
                        <a:pt x="50386" y="43093"/>
                      </a:cubicBezTo>
                      <a:cubicBezTo>
                        <a:pt x="66076" y="29392"/>
                        <a:pt x="84198" y="18784"/>
                        <a:pt x="105192" y="11271"/>
                      </a:cubicBezTo>
                      <a:cubicBezTo>
                        <a:pt x="125965" y="3757"/>
                        <a:pt x="148285" y="0"/>
                        <a:pt x="171931" y="0"/>
                      </a:cubicBezTo>
                      <a:cubicBezTo>
                        <a:pt x="195578" y="0"/>
                        <a:pt x="219003" y="3315"/>
                        <a:pt x="239997" y="10166"/>
                      </a:cubicBezTo>
                      <a:cubicBezTo>
                        <a:pt x="260991" y="17016"/>
                        <a:pt x="279333" y="26961"/>
                        <a:pt x="295024" y="40220"/>
                      </a:cubicBezTo>
                      <a:cubicBezTo>
                        <a:pt x="310493" y="53480"/>
                        <a:pt x="322869" y="70054"/>
                        <a:pt x="331708" y="89723"/>
                      </a:cubicBezTo>
                      <a:cubicBezTo>
                        <a:pt x="340548" y="109391"/>
                        <a:pt x="345189" y="131932"/>
                        <a:pt x="345189" y="157346"/>
                      </a:cubicBezTo>
                      <a:lnTo>
                        <a:pt x="345189" y="160882"/>
                      </a:lnTo>
                      <a:close/>
                      <a:moveTo>
                        <a:pt x="222760" y="159998"/>
                      </a:moveTo>
                      <a:cubicBezTo>
                        <a:pt x="222760" y="135689"/>
                        <a:pt x="217898" y="118230"/>
                        <a:pt x="208395" y="107181"/>
                      </a:cubicBezTo>
                      <a:cubicBezTo>
                        <a:pt x="198892" y="96352"/>
                        <a:pt x="186738" y="90828"/>
                        <a:pt x="171710" y="90828"/>
                      </a:cubicBezTo>
                      <a:cubicBezTo>
                        <a:pt x="156683" y="90828"/>
                        <a:pt x="144750" y="96352"/>
                        <a:pt x="135689" y="107402"/>
                      </a:cubicBezTo>
                      <a:cubicBezTo>
                        <a:pt x="126628" y="118451"/>
                        <a:pt x="121987" y="135910"/>
                        <a:pt x="121987" y="159998"/>
                      </a:cubicBezTo>
                      <a:lnTo>
                        <a:pt x="121987" y="163534"/>
                      </a:lnTo>
                      <a:cubicBezTo>
                        <a:pt x="121987" y="187180"/>
                        <a:pt x="126407" y="204859"/>
                        <a:pt x="135026" y="216572"/>
                      </a:cubicBezTo>
                      <a:cubicBezTo>
                        <a:pt x="143645" y="228063"/>
                        <a:pt x="156020" y="233809"/>
                        <a:pt x="172152" y="233809"/>
                      </a:cubicBezTo>
                      <a:cubicBezTo>
                        <a:pt x="188285" y="233809"/>
                        <a:pt x="200439" y="227842"/>
                        <a:pt x="209279" y="215909"/>
                      </a:cubicBezTo>
                      <a:cubicBezTo>
                        <a:pt x="218119" y="203975"/>
                        <a:pt x="222760" y="186517"/>
                        <a:pt x="222760" y="163534"/>
                      </a:cubicBezTo>
                      <a:lnTo>
                        <a:pt x="222760" y="15999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32C6A75-CAF4-48BB-A625-8BDBAFDF23F2}"/>
                    </a:ext>
                  </a:extLst>
                </p:cNvPr>
                <p:cNvSpPr/>
                <p:nvPr/>
              </p:nvSpPr>
              <p:spPr>
                <a:xfrm>
                  <a:off x="9261500" y="989989"/>
                  <a:ext cx="189831" cy="318227"/>
                </a:xfrm>
                <a:custGeom>
                  <a:avLst/>
                  <a:gdLst>
                    <a:gd name="connsiteX0" fmla="*/ 189832 w 189831"/>
                    <a:gd name="connsiteY0" fmla="*/ 190716 h 318227"/>
                    <a:gd name="connsiteX1" fmla="*/ 159777 w 189831"/>
                    <a:gd name="connsiteY1" fmla="*/ 285300 h 318227"/>
                    <a:gd name="connsiteX2" fmla="*/ 64088 w 189831"/>
                    <a:gd name="connsiteY2" fmla="*/ 318228 h 318227"/>
                    <a:gd name="connsiteX3" fmla="*/ 25414 w 189831"/>
                    <a:gd name="connsiteY3" fmla="*/ 315134 h 318227"/>
                    <a:gd name="connsiteX4" fmla="*/ 0 w 189831"/>
                    <a:gd name="connsiteY4" fmla="*/ 306294 h 318227"/>
                    <a:gd name="connsiteX5" fmla="*/ 0 w 189831"/>
                    <a:gd name="connsiteY5" fmla="*/ 220992 h 318227"/>
                    <a:gd name="connsiteX6" fmla="*/ 15690 w 189831"/>
                    <a:gd name="connsiteY6" fmla="*/ 224527 h 318227"/>
                    <a:gd name="connsiteX7" fmla="*/ 36464 w 189831"/>
                    <a:gd name="connsiteY7" fmla="*/ 225853 h 318227"/>
                    <a:gd name="connsiteX8" fmla="*/ 62320 w 189831"/>
                    <a:gd name="connsiteY8" fmla="*/ 218561 h 318227"/>
                    <a:gd name="connsiteX9" fmla="*/ 72485 w 189831"/>
                    <a:gd name="connsiteY9" fmla="*/ 190716 h 318227"/>
                    <a:gd name="connsiteX10" fmla="*/ 72485 w 189831"/>
                    <a:gd name="connsiteY10" fmla="*/ 0 h 318227"/>
                    <a:gd name="connsiteX11" fmla="*/ 189832 w 189831"/>
                    <a:gd name="connsiteY11" fmla="*/ 0 h 318227"/>
                    <a:gd name="connsiteX12" fmla="*/ 189832 w 189831"/>
                    <a:gd name="connsiteY12" fmla="*/ 190716 h 318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831" h="318227">
                      <a:moveTo>
                        <a:pt x="189832" y="190716"/>
                      </a:moveTo>
                      <a:cubicBezTo>
                        <a:pt x="189832" y="231820"/>
                        <a:pt x="179887" y="263201"/>
                        <a:pt x="159777" y="285300"/>
                      </a:cubicBezTo>
                      <a:cubicBezTo>
                        <a:pt x="139667" y="307178"/>
                        <a:pt x="107844" y="318228"/>
                        <a:pt x="64088" y="318228"/>
                      </a:cubicBezTo>
                      <a:cubicBezTo>
                        <a:pt x="47734" y="318228"/>
                        <a:pt x="34696" y="317123"/>
                        <a:pt x="25414" y="315134"/>
                      </a:cubicBezTo>
                      <a:cubicBezTo>
                        <a:pt x="16132" y="313145"/>
                        <a:pt x="7514" y="310272"/>
                        <a:pt x="0" y="306294"/>
                      </a:cubicBezTo>
                      <a:lnTo>
                        <a:pt x="0" y="220992"/>
                      </a:lnTo>
                      <a:cubicBezTo>
                        <a:pt x="5083" y="222539"/>
                        <a:pt x="10166" y="223643"/>
                        <a:pt x="15690" y="224527"/>
                      </a:cubicBezTo>
                      <a:cubicBezTo>
                        <a:pt x="21215" y="225411"/>
                        <a:pt x="28066" y="225853"/>
                        <a:pt x="36464" y="225853"/>
                      </a:cubicBezTo>
                      <a:cubicBezTo>
                        <a:pt x="47071" y="225853"/>
                        <a:pt x="55690" y="223422"/>
                        <a:pt x="62320" y="218561"/>
                      </a:cubicBezTo>
                      <a:cubicBezTo>
                        <a:pt x="69170" y="213699"/>
                        <a:pt x="72485" y="204417"/>
                        <a:pt x="72485" y="190716"/>
                      </a:cubicBezTo>
                      <a:lnTo>
                        <a:pt x="72485" y="0"/>
                      </a:lnTo>
                      <a:lnTo>
                        <a:pt x="189832" y="0"/>
                      </a:lnTo>
                      <a:lnTo>
                        <a:pt x="189832" y="1907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352AADF-0F01-85D0-4B0C-CFE64A92D11A}"/>
                    </a:ext>
                  </a:extLst>
                </p:cNvPr>
                <p:cNvSpPr/>
                <p:nvPr/>
              </p:nvSpPr>
              <p:spPr>
                <a:xfrm>
                  <a:off x="9496856" y="989989"/>
                  <a:ext cx="241322" cy="314249"/>
                </a:xfrm>
                <a:custGeom>
                  <a:avLst/>
                  <a:gdLst>
                    <a:gd name="connsiteX0" fmla="*/ 241323 w 241322"/>
                    <a:gd name="connsiteY0" fmla="*/ 314250 h 314249"/>
                    <a:gd name="connsiteX1" fmla="*/ 0 w 241322"/>
                    <a:gd name="connsiteY1" fmla="*/ 314250 h 314249"/>
                    <a:gd name="connsiteX2" fmla="*/ 0 w 241322"/>
                    <a:gd name="connsiteY2" fmla="*/ 0 h 314249"/>
                    <a:gd name="connsiteX3" fmla="*/ 234693 w 241322"/>
                    <a:gd name="connsiteY3" fmla="*/ 0 h 314249"/>
                    <a:gd name="connsiteX4" fmla="*/ 234693 w 241322"/>
                    <a:gd name="connsiteY4" fmla="*/ 89281 h 314249"/>
                    <a:gd name="connsiteX5" fmla="*/ 116463 w 241322"/>
                    <a:gd name="connsiteY5" fmla="*/ 89281 h 314249"/>
                    <a:gd name="connsiteX6" fmla="*/ 116463 w 241322"/>
                    <a:gd name="connsiteY6" fmla="*/ 116021 h 314249"/>
                    <a:gd name="connsiteX7" fmla="*/ 209721 w 241322"/>
                    <a:gd name="connsiteY7" fmla="*/ 116021 h 314249"/>
                    <a:gd name="connsiteX8" fmla="*/ 209721 w 241322"/>
                    <a:gd name="connsiteY8" fmla="*/ 196903 h 314249"/>
                    <a:gd name="connsiteX9" fmla="*/ 116463 w 241322"/>
                    <a:gd name="connsiteY9" fmla="*/ 196903 h 314249"/>
                    <a:gd name="connsiteX10" fmla="*/ 116463 w 241322"/>
                    <a:gd name="connsiteY10" fmla="*/ 224969 h 314249"/>
                    <a:gd name="connsiteX11" fmla="*/ 241323 w 241322"/>
                    <a:gd name="connsiteY11" fmla="*/ 224969 h 314249"/>
                    <a:gd name="connsiteX12" fmla="*/ 241323 w 241322"/>
                    <a:gd name="connsiteY12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322" h="314249">
                      <a:moveTo>
                        <a:pt x="241323" y="314250"/>
                      </a:moveTo>
                      <a:lnTo>
                        <a:pt x="0" y="314250"/>
                      </a:lnTo>
                      <a:lnTo>
                        <a:pt x="0" y="0"/>
                      </a:lnTo>
                      <a:lnTo>
                        <a:pt x="234693" y="0"/>
                      </a:lnTo>
                      <a:lnTo>
                        <a:pt x="234693" y="89281"/>
                      </a:lnTo>
                      <a:lnTo>
                        <a:pt x="116463" y="89281"/>
                      </a:lnTo>
                      <a:lnTo>
                        <a:pt x="116463" y="116021"/>
                      </a:lnTo>
                      <a:lnTo>
                        <a:pt x="209721" y="116021"/>
                      </a:lnTo>
                      <a:lnTo>
                        <a:pt x="209721" y="196903"/>
                      </a:lnTo>
                      <a:lnTo>
                        <a:pt x="116463" y="196903"/>
                      </a:lnTo>
                      <a:lnTo>
                        <a:pt x="116463" y="224969"/>
                      </a:lnTo>
                      <a:lnTo>
                        <a:pt x="241323" y="224969"/>
                      </a:lnTo>
                      <a:lnTo>
                        <a:pt x="241323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2D6853BE-5388-226C-DC8A-6DB13E0105F8}"/>
                    </a:ext>
                  </a:extLst>
                </p:cNvPr>
                <p:cNvSpPr/>
                <p:nvPr/>
              </p:nvSpPr>
              <p:spPr>
                <a:xfrm>
                  <a:off x="9754753" y="984907"/>
                  <a:ext cx="326625" cy="325299"/>
                </a:xfrm>
                <a:custGeom>
                  <a:avLst/>
                  <a:gdLst>
                    <a:gd name="connsiteX0" fmla="*/ 326626 w 326625"/>
                    <a:gd name="connsiteY0" fmla="*/ 194031 h 325299"/>
                    <a:gd name="connsiteX1" fmla="*/ 313366 w 326625"/>
                    <a:gd name="connsiteY1" fmla="*/ 250604 h 325299"/>
                    <a:gd name="connsiteX2" fmla="*/ 281101 w 326625"/>
                    <a:gd name="connsiteY2" fmla="*/ 291709 h 325299"/>
                    <a:gd name="connsiteX3" fmla="*/ 232925 w 326625"/>
                    <a:gd name="connsiteY3" fmla="*/ 316681 h 325299"/>
                    <a:gd name="connsiteX4" fmla="*/ 172816 w 326625"/>
                    <a:gd name="connsiteY4" fmla="*/ 325300 h 325299"/>
                    <a:gd name="connsiteX5" fmla="*/ 95469 w 326625"/>
                    <a:gd name="connsiteY5" fmla="*/ 313587 h 325299"/>
                    <a:gd name="connsiteX6" fmla="*/ 41547 w 326625"/>
                    <a:gd name="connsiteY6" fmla="*/ 280659 h 325299"/>
                    <a:gd name="connsiteX7" fmla="*/ 10166 w 326625"/>
                    <a:gd name="connsiteY7" fmla="*/ 229610 h 325299"/>
                    <a:gd name="connsiteX8" fmla="*/ 0 w 326625"/>
                    <a:gd name="connsiteY8" fmla="*/ 163976 h 325299"/>
                    <a:gd name="connsiteX9" fmla="*/ 0 w 326625"/>
                    <a:gd name="connsiteY9" fmla="*/ 160440 h 325299"/>
                    <a:gd name="connsiteX10" fmla="*/ 12818 w 326625"/>
                    <a:gd name="connsiteY10" fmla="*/ 93921 h 325299"/>
                    <a:gd name="connsiteX11" fmla="*/ 47955 w 326625"/>
                    <a:gd name="connsiteY11" fmla="*/ 43314 h 325299"/>
                    <a:gd name="connsiteX12" fmla="*/ 100993 w 326625"/>
                    <a:gd name="connsiteY12" fmla="*/ 11271 h 325299"/>
                    <a:gd name="connsiteX13" fmla="*/ 167070 w 326625"/>
                    <a:gd name="connsiteY13" fmla="*/ 0 h 325299"/>
                    <a:gd name="connsiteX14" fmla="*/ 228284 w 326625"/>
                    <a:gd name="connsiteY14" fmla="*/ 7735 h 325299"/>
                    <a:gd name="connsiteX15" fmla="*/ 275798 w 326625"/>
                    <a:gd name="connsiteY15" fmla="*/ 31160 h 325299"/>
                    <a:gd name="connsiteX16" fmla="*/ 307620 w 326625"/>
                    <a:gd name="connsiteY16" fmla="*/ 71601 h 325299"/>
                    <a:gd name="connsiteX17" fmla="*/ 322648 w 326625"/>
                    <a:gd name="connsiteY17" fmla="*/ 129943 h 325299"/>
                    <a:gd name="connsiteX18" fmla="*/ 201323 w 326625"/>
                    <a:gd name="connsiteY18" fmla="*/ 129943 h 325299"/>
                    <a:gd name="connsiteX19" fmla="*/ 191600 w 326625"/>
                    <a:gd name="connsiteY19" fmla="*/ 102098 h 325299"/>
                    <a:gd name="connsiteX20" fmla="*/ 167512 w 326625"/>
                    <a:gd name="connsiteY20" fmla="*/ 92153 h 325299"/>
                    <a:gd name="connsiteX21" fmla="*/ 135026 w 326625"/>
                    <a:gd name="connsiteY21" fmla="*/ 108949 h 325299"/>
                    <a:gd name="connsiteX22" fmla="*/ 123534 w 326625"/>
                    <a:gd name="connsiteY22" fmla="*/ 159998 h 325299"/>
                    <a:gd name="connsiteX23" fmla="*/ 123534 w 326625"/>
                    <a:gd name="connsiteY23" fmla="*/ 163534 h 325299"/>
                    <a:gd name="connsiteX24" fmla="*/ 135247 w 326625"/>
                    <a:gd name="connsiteY24" fmla="*/ 214362 h 325299"/>
                    <a:gd name="connsiteX25" fmla="*/ 169722 w 326625"/>
                    <a:gd name="connsiteY25" fmla="*/ 231599 h 325299"/>
                    <a:gd name="connsiteX26" fmla="*/ 196683 w 326625"/>
                    <a:gd name="connsiteY26" fmla="*/ 222539 h 325299"/>
                    <a:gd name="connsiteX27" fmla="*/ 209721 w 326625"/>
                    <a:gd name="connsiteY27" fmla="*/ 193810 h 325299"/>
                    <a:gd name="connsiteX28" fmla="*/ 326626 w 326625"/>
                    <a:gd name="connsiteY28" fmla="*/ 193810 h 325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26625" h="325299">
                      <a:moveTo>
                        <a:pt x="326626" y="194031"/>
                      </a:moveTo>
                      <a:cubicBezTo>
                        <a:pt x="325742" y="215467"/>
                        <a:pt x="321322" y="234251"/>
                        <a:pt x="313366" y="250604"/>
                      </a:cubicBezTo>
                      <a:cubicBezTo>
                        <a:pt x="305411" y="266958"/>
                        <a:pt x="294803" y="280659"/>
                        <a:pt x="281101" y="291709"/>
                      </a:cubicBezTo>
                      <a:cubicBezTo>
                        <a:pt x="267400" y="302758"/>
                        <a:pt x="251489" y="310935"/>
                        <a:pt x="232925" y="316681"/>
                      </a:cubicBezTo>
                      <a:cubicBezTo>
                        <a:pt x="214583" y="322427"/>
                        <a:pt x="194473" y="325300"/>
                        <a:pt x="172816" y="325300"/>
                      </a:cubicBezTo>
                      <a:cubicBezTo>
                        <a:pt x="142982" y="325300"/>
                        <a:pt x="117126" y="321322"/>
                        <a:pt x="95469" y="313587"/>
                      </a:cubicBezTo>
                      <a:cubicBezTo>
                        <a:pt x="73811" y="305852"/>
                        <a:pt x="55911" y="294803"/>
                        <a:pt x="41547" y="280659"/>
                      </a:cubicBezTo>
                      <a:cubicBezTo>
                        <a:pt x="27182" y="266516"/>
                        <a:pt x="16795" y="249499"/>
                        <a:pt x="10166" y="229610"/>
                      </a:cubicBezTo>
                      <a:cubicBezTo>
                        <a:pt x="3315" y="209942"/>
                        <a:pt x="0" y="187843"/>
                        <a:pt x="0" y="163976"/>
                      </a:cubicBezTo>
                      <a:lnTo>
                        <a:pt x="0" y="160440"/>
                      </a:lnTo>
                      <a:cubicBezTo>
                        <a:pt x="0" y="135910"/>
                        <a:pt x="4199" y="113590"/>
                        <a:pt x="12818" y="93921"/>
                      </a:cubicBezTo>
                      <a:cubicBezTo>
                        <a:pt x="21436" y="74253"/>
                        <a:pt x="33149" y="57237"/>
                        <a:pt x="47955" y="43314"/>
                      </a:cubicBezTo>
                      <a:cubicBezTo>
                        <a:pt x="62983" y="29392"/>
                        <a:pt x="80441" y="18784"/>
                        <a:pt x="100993" y="11271"/>
                      </a:cubicBezTo>
                      <a:cubicBezTo>
                        <a:pt x="121325" y="3757"/>
                        <a:pt x="143424" y="0"/>
                        <a:pt x="167070" y="0"/>
                      </a:cubicBezTo>
                      <a:cubicBezTo>
                        <a:pt x="190716" y="0"/>
                        <a:pt x="210163" y="2652"/>
                        <a:pt x="228284" y="7735"/>
                      </a:cubicBezTo>
                      <a:cubicBezTo>
                        <a:pt x="246627" y="12818"/>
                        <a:pt x="262317" y="20773"/>
                        <a:pt x="275798" y="31160"/>
                      </a:cubicBezTo>
                      <a:cubicBezTo>
                        <a:pt x="289057" y="41767"/>
                        <a:pt x="299665" y="55248"/>
                        <a:pt x="307620" y="71601"/>
                      </a:cubicBezTo>
                      <a:cubicBezTo>
                        <a:pt x="315576" y="87955"/>
                        <a:pt x="320438" y="107402"/>
                        <a:pt x="322648" y="129943"/>
                      </a:cubicBezTo>
                      <a:lnTo>
                        <a:pt x="201323" y="129943"/>
                      </a:lnTo>
                      <a:cubicBezTo>
                        <a:pt x="200660" y="118009"/>
                        <a:pt x="197567" y="108728"/>
                        <a:pt x="191600" y="102098"/>
                      </a:cubicBezTo>
                      <a:cubicBezTo>
                        <a:pt x="185633" y="95468"/>
                        <a:pt x="177677" y="92153"/>
                        <a:pt x="167512" y="92153"/>
                      </a:cubicBezTo>
                      <a:cubicBezTo>
                        <a:pt x="153368" y="92153"/>
                        <a:pt x="142540" y="97678"/>
                        <a:pt x="135026" y="108949"/>
                      </a:cubicBezTo>
                      <a:cubicBezTo>
                        <a:pt x="127512" y="120219"/>
                        <a:pt x="123534" y="137015"/>
                        <a:pt x="123534" y="159998"/>
                      </a:cubicBezTo>
                      <a:lnTo>
                        <a:pt x="123534" y="163534"/>
                      </a:lnTo>
                      <a:cubicBezTo>
                        <a:pt x="123534" y="185854"/>
                        <a:pt x="127512" y="202649"/>
                        <a:pt x="135247" y="214362"/>
                      </a:cubicBezTo>
                      <a:cubicBezTo>
                        <a:pt x="142982" y="225853"/>
                        <a:pt x="154473" y="231599"/>
                        <a:pt x="169722" y="231599"/>
                      </a:cubicBezTo>
                      <a:cubicBezTo>
                        <a:pt x="180550" y="231599"/>
                        <a:pt x="189611" y="228505"/>
                        <a:pt x="196683" y="222539"/>
                      </a:cubicBezTo>
                      <a:cubicBezTo>
                        <a:pt x="203975" y="216572"/>
                        <a:pt x="208174" y="206848"/>
                        <a:pt x="209721" y="193810"/>
                      </a:cubicBezTo>
                      <a:lnTo>
                        <a:pt x="326626" y="19381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5E58751-ABED-CF6A-40BF-A5128CA9C53D}"/>
                    </a:ext>
                  </a:extLst>
                </p:cNvPr>
                <p:cNvSpPr/>
                <p:nvPr/>
              </p:nvSpPr>
              <p:spPr>
                <a:xfrm>
                  <a:off x="10089335" y="989989"/>
                  <a:ext cx="269830" cy="314249"/>
                </a:xfrm>
                <a:custGeom>
                  <a:avLst/>
                  <a:gdLst>
                    <a:gd name="connsiteX0" fmla="*/ 193810 w 269830"/>
                    <a:gd name="connsiteY0" fmla="*/ 314250 h 314249"/>
                    <a:gd name="connsiteX1" fmla="*/ 76021 w 269830"/>
                    <a:gd name="connsiteY1" fmla="*/ 314250 h 314249"/>
                    <a:gd name="connsiteX2" fmla="*/ 76021 w 269830"/>
                    <a:gd name="connsiteY2" fmla="*/ 89060 h 314249"/>
                    <a:gd name="connsiteX3" fmla="*/ 0 w 269830"/>
                    <a:gd name="connsiteY3" fmla="*/ 89060 h 314249"/>
                    <a:gd name="connsiteX4" fmla="*/ 0 w 269830"/>
                    <a:gd name="connsiteY4" fmla="*/ 0 h 314249"/>
                    <a:gd name="connsiteX5" fmla="*/ 269831 w 269830"/>
                    <a:gd name="connsiteY5" fmla="*/ 0 h 314249"/>
                    <a:gd name="connsiteX6" fmla="*/ 269831 w 269830"/>
                    <a:gd name="connsiteY6" fmla="*/ 89281 h 314249"/>
                    <a:gd name="connsiteX7" fmla="*/ 193810 w 269830"/>
                    <a:gd name="connsiteY7" fmla="*/ 89281 h 314249"/>
                    <a:gd name="connsiteX8" fmla="*/ 193810 w 269830"/>
                    <a:gd name="connsiteY8" fmla="*/ 314250 h 314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830" h="314249">
                      <a:moveTo>
                        <a:pt x="193810" y="314250"/>
                      </a:moveTo>
                      <a:lnTo>
                        <a:pt x="76021" y="314250"/>
                      </a:lnTo>
                      <a:lnTo>
                        <a:pt x="76021" y="89060"/>
                      </a:lnTo>
                      <a:lnTo>
                        <a:pt x="0" y="89060"/>
                      </a:lnTo>
                      <a:lnTo>
                        <a:pt x="0" y="0"/>
                      </a:lnTo>
                      <a:lnTo>
                        <a:pt x="269831" y="0"/>
                      </a:lnTo>
                      <a:lnTo>
                        <a:pt x="269831" y="89281"/>
                      </a:lnTo>
                      <a:lnTo>
                        <a:pt x="193810" y="89281"/>
                      </a:lnTo>
                      <a:lnTo>
                        <a:pt x="193810" y="31425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US"/>
                </a:p>
              </p:txBody>
            </p:sp>
          </p:grpSp>
        </p:grpSp>
        <p:grpSp>
          <p:nvGrpSpPr>
            <p:cNvPr id="19" name="Graphic 113">
              <a:extLst>
                <a:ext uri="{FF2B5EF4-FFF2-40B4-BE49-F238E27FC236}">
                  <a16:creationId xmlns:a16="http://schemas.microsoft.com/office/drawing/2014/main" id="{741AA1AE-6D8B-BACE-B3CC-80DBBA3981E5}"/>
                </a:ext>
              </a:extLst>
            </p:cNvPr>
            <p:cNvGrpSpPr/>
            <p:nvPr/>
          </p:nvGrpSpPr>
          <p:grpSpPr>
            <a:xfrm>
              <a:off x="8305490" y="4051579"/>
              <a:ext cx="2053675" cy="222096"/>
              <a:chOff x="8305490" y="2168979"/>
              <a:chExt cx="2053675" cy="222096"/>
            </a:xfrm>
            <a:solidFill>
              <a:srgbClr val="000000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64E64CD-245C-A2EC-B0F2-9BAB20222546}"/>
                  </a:ext>
                </a:extLst>
              </p:cNvPr>
              <p:cNvSpPr/>
              <p:nvPr/>
            </p:nvSpPr>
            <p:spPr>
              <a:xfrm>
                <a:off x="8305490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D67414E-4607-A328-7458-87655E82A91E}"/>
                  </a:ext>
                </a:extLst>
              </p:cNvPr>
              <p:cNvSpPr/>
              <p:nvPr/>
            </p:nvSpPr>
            <p:spPr>
              <a:xfrm>
                <a:off x="8451345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0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4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0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5C36976-0489-1658-4C1E-EF29DBD456E5}"/>
                  </a:ext>
                </a:extLst>
              </p:cNvPr>
              <p:cNvSpPr/>
              <p:nvPr/>
            </p:nvSpPr>
            <p:spPr>
              <a:xfrm>
                <a:off x="8577752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FBE3828-7657-5954-44D0-2585F564B610}"/>
                  </a:ext>
                </a:extLst>
              </p:cNvPr>
              <p:cNvSpPr/>
              <p:nvPr/>
            </p:nvSpPr>
            <p:spPr>
              <a:xfrm>
                <a:off x="8764048" y="2225332"/>
                <a:ext cx="112042" cy="165743"/>
              </a:xfrm>
              <a:custGeom>
                <a:avLst/>
                <a:gdLst>
                  <a:gd name="connsiteX0" fmla="*/ 56353 w 112042"/>
                  <a:gd name="connsiteY0" fmla="*/ 165744 h 165743"/>
                  <a:gd name="connsiteX1" fmla="*/ 33591 w 112042"/>
                  <a:gd name="connsiteY1" fmla="*/ 162650 h 165743"/>
                  <a:gd name="connsiteX2" fmla="*/ 17458 w 112042"/>
                  <a:gd name="connsiteY2" fmla="*/ 154694 h 165743"/>
                  <a:gd name="connsiteX3" fmla="*/ 7293 w 112042"/>
                  <a:gd name="connsiteY3" fmla="*/ 143203 h 165743"/>
                  <a:gd name="connsiteX4" fmla="*/ 2431 w 112042"/>
                  <a:gd name="connsiteY4" fmla="*/ 129280 h 165743"/>
                  <a:gd name="connsiteX5" fmla="*/ 14806 w 112042"/>
                  <a:gd name="connsiteY5" fmla="*/ 129280 h 165743"/>
                  <a:gd name="connsiteX6" fmla="*/ 27182 w 112042"/>
                  <a:gd name="connsiteY6" fmla="*/ 148064 h 165743"/>
                  <a:gd name="connsiteX7" fmla="*/ 55911 w 112042"/>
                  <a:gd name="connsiteY7" fmla="*/ 155136 h 165743"/>
                  <a:gd name="connsiteX8" fmla="*/ 73590 w 112042"/>
                  <a:gd name="connsiteY8" fmla="*/ 152926 h 165743"/>
                  <a:gd name="connsiteX9" fmla="*/ 87513 w 112042"/>
                  <a:gd name="connsiteY9" fmla="*/ 145633 h 165743"/>
                  <a:gd name="connsiteX10" fmla="*/ 96573 w 112042"/>
                  <a:gd name="connsiteY10" fmla="*/ 132816 h 165743"/>
                  <a:gd name="connsiteX11" fmla="*/ 99888 w 112042"/>
                  <a:gd name="connsiteY11" fmla="*/ 113811 h 165743"/>
                  <a:gd name="connsiteX12" fmla="*/ 99888 w 112042"/>
                  <a:gd name="connsiteY12" fmla="*/ 89281 h 165743"/>
                  <a:gd name="connsiteX13" fmla="*/ 93037 w 112042"/>
                  <a:gd name="connsiteY13" fmla="*/ 99888 h 165743"/>
                  <a:gd name="connsiteX14" fmla="*/ 82872 w 112042"/>
                  <a:gd name="connsiteY14" fmla="*/ 109170 h 165743"/>
                  <a:gd name="connsiteX15" fmla="*/ 69833 w 112042"/>
                  <a:gd name="connsiteY15" fmla="*/ 115800 h 165743"/>
                  <a:gd name="connsiteX16" fmla="*/ 54364 w 112042"/>
                  <a:gd name="connsiteY16" fmla="*/ 118231 h 165743"/>
                  <a:gd name="connsiteX17" fmla="*/ 32928 w 112042"/>
                  <a:gd name="connsiteY17" fmla="*/ 114253 h 165743"/>
                  <a:gd name="connsiteX18" fmla="*/ 15690 w 112042"/>
                  <a:gd name="connsiteY18" fmla="*/ 102540 h 165743"/>
                  <a:gd name="connsiteX19" fmla="*/ 4199 w 112042"/>
                  <a:gd name="connsiteY19" fmla="*/ 84419 h 165743"/>
                  <a:gd name="connsiteX20" fmla="*/ 0 w 112042"/>
                  <a:gd name="connsiteY20" fmla="*/ 60773 h 165743"/>
                  <a:gd name="connsiteX21" fmla="*/ 0 w 112042"/>
                  <a:gd name="connsiteY21" fmla="*/ 59226 h 165743"/>
                  <a:gd name="connsiteX22" fmla="*/ 4199 w 112042"/>
                  <a:gd name="connsiteY22" fmla="*/ 35580 h 165743"/>
                  <a:gd name="connsiteX23" fmla="*/ 15911 w 112042"/>
                  <a:gd name="connsiteY23" fmla="*/ 16795 h 165743"/>
                  <a:gd name="connsiteX24" fmla="*/ 33591 w 112042"/>
                  <a:gd name="connsiteY24" fmla="*/ 4420 h 165743"/>
                  <a:gd name="connsiteX25" fmla="*/ 55911 w 112042"/>
                  <a:gd name="connsiteY25" fmla="*/ 0 h 165743"/>
                  <a:gd name="connsiteX26" fmla="*/ 71822 w 112042"/>
                  <a:gd name="connsiteY26" fmla="*/ 2210 h 165743"/>
                  <a:gd name="connsiteX27" fmla="*/ 84198 w 112042"/>
                  <a:gd name="connsiteY27" fmla="*/ 8398 h 165743"/>
                  <a:gd name="connsiteX28" fmla="*/ 93479 w 112042"/>
                  <a:gd name="connsiteY28" fmla="*/ 17237 h 165743"/>
                  <a:gd name="connsiteX29" fmla="*/ 99888 w 112042"/>
                  <a:gd name="connsiteY29" fmla="*/ 27845 h 165743"/>
                  <a:gd name="connsiteX30" fmla="*/ 99888 w 112042"/>
                  <a:gd name="connsiteY30" fmla="*/ 1768 h 165743"/>
                  <a:gd name="connsiteX31" fmla="*/ 112043 w 112042"/>
                  <a:gd name="connsiteY31" fmla="*/ 1768 h 165743"/>
                  <a:gd name="connsiteX32" fmla="*/ 112043 w 112042"/>
                  <a:gd name="connsiteY32" fmla="*/ 114253 h 165743"/>
                  <a:gd name="connsiteX33" fmla="*/ 107844 w 112042"/>
                  <a:gd name="connsiteY33" fmla="*/ 137236 h 165743"/>
                  <a:gd name="connsiteX34" fmla="*/ 96131 w 112042"/>
                  <a:gd name="connsiteY34" fmla="*/ 153147 h 165743"/>
                  <a:gd name="connsiteX35" fmla="*/ 78452 w 112042"/>
                  <a:gd name="connsiteY35" fmla="*/ 162429 h 165743"/>
                  <a:gd name="connsiteX36" fmla="*/ 56132 w 112042"/>
                  <a:gd name="connsiteY36" fmla="*/ 165523 h 165743"/>
                  <a:gd name="connsiteX37" fmla="*/ 55469 w 112042"/>
                  <a:gd name="connsiteY37" fmla="*/ 107844 h 165743"/>
                  <a:gd name="connsiteX38" fmla="*/ 72706 w 112042"/>
                  <a:gd name="connsiteY38" fmla="*/ 104529 h 165743"/>
                  <a:gd name="connsiteX39" fmla="*/ 86850 w 112042"/>
                  <a:gd name="connsiteY39" fmla="*/ 95026 h 165743"/>
                  <a:gd name="connsiteX40" fmla="*/ 96573 w 112042"/>
                  <a:gd name="connsiteY40" fmla="*/ 79999 h 165743"/>
                  <a:gd name="connsiteX41" fmla="*/ 100109 w 112042"/>
                  <a:gd name="connsiteY41" fmla="*/ 59889 h 165743"/>
                  <a:gd name="connsiteX42" fmla="*/ 100109 w 112042"/>
                  <a:gd name="connsiteY42" fmla="*/ 58121 h 165743"/>
                  <a:gd name="connsiteX43" fmla="*/ 96794 w 112042"/>
                  <a:gd name="connsiteY43" fmla="*/ 38011 h 165743"/>
                  <a:gd name="connsiteX44" fmla="*/ 87955 w 112042"/>
                  <a:gd name="connsiteY44" fmla="*/ 22983 h 165743"/>
                  <a:gd name="connsiteX45" fmla="*/ 74253 w 112042"/>
                  <a:gd name="connsiteY45" fmla="*/ 13702 h 165743"/>
                  <a:gd name="connsiteX46" fmla="*/ 56795 w 112042"/>
                  <a:gd name="connsiteY46" fmla="*/ 10387 h 165743"/>
                  <a:gd name="connsiteX47" fmla="*/ 38895 w 112042"/>
                  <a:gd name="connsiteY47" fmla="*/ 13702 h 165743"/>
                  <a:gd name="connsiteX48" fmla="*/ 24751 w 112042"/>
                  <a:gd name="connsiteY48" fmla="*/ 23204 h 165743"/>
                  <a:gd name="connsiteX49" fmla="*/ 15469 w 112042"/>
                  <a:gd name="connsiteY49" fmla="*/ 38453 h 165743"/>
                  <a:gd name="connsiteX50" fmla="*/ 12155 w 112042"/>
                  <a:gd name="connsiteY50" fmla="*/ 58563 h 165743"/>
                  <a:gd name="connsiteX51" fmla="*/ 12155 w 112042"/>
                  <a:gd name="connsiteY51" fmla="*/ 60331 h 165743"/>
                  <a:gd name="connsiteX52" fmla="*/ 15469 w 112042"/>
                  <a:gd name="connsiteY52" fmla="*/ 80220 h 165743"/>
                  <a:gd name="connsiteX53" fmla="*/ 24530 w 112042"/>
                  <a:gd name="connsiteY53" fmla="*/ 95026 h 165743"/>
                  <a:gd name="connsiteX54" fmla="*/ 38232 w 112042"/>
                  <a:gd name="connsiteY54" fmla="*/ 104308 h 165743"/>
                  <a:gd name="connsiteX55" fmla="*/ 55027 w 112042"/>
                  <a:gd name="connsiteY55" fmla="*/ 107623 h 165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2042" h="165743">
                    <a:moveTo>
                      <a:pt x="56353" y="165744"/>
                    </a:moveTo>
                    <a:cubicBezTo>
                      <a:pt x="47513" y="165744"/>
                      <a:pt x="39999" y="164860"/>
                      <a:pt x="33591" y="162650"/>
                    </a:cubicBezTo>
                    <a:cubicBezTo>
                      <a:pt x="27182" y="160440"/>
                      <a:pt x="21878" y="158009"/>
                      <a:pt x="17458" y="154694"/>
                    </a:cubicBezTo>
                    <a:cubicBezTo>
                      <a:pt x="13039" y="151379"/>
                      <a:pt x="9724" y="147622"/>
                      <a:pt x="7293" y="143203"/>
                    </a:cubicBezTo>
                    <a:cubicBezTo>
                      <a:pt x="4862" y="138783"/>
                      <a:pt x="3315" y="134142"/>
                      <a:pt x="2431" y="129280"/>
                    </a:cubicBezTo>
                    <a:lnTo>
                      <a:pt x="14806" y="129280"/>
                    </a:lnTo>
                    <a:cubicBezTo>
                      <a:pt x="16574" y="137015"/>
                      <a:pt x="20552" y="143203"/>
                      <a:pt x="27182" y="148064"/>
                    </a:cubicBezTo>
                    <a:cubicBezTo>
                      <a:pt x="33812" y="152705"/>
                      <a:pt x="43314" y="155136"/>
                      <a:pt x="55911" y="155136"/>
                    </a:cubicBezTo>
                    <a:cubicBezTo>
                      <a:pt x="62320" y="155136"/>
                      <a:pt x="68286" y="154473"/>
                      <a:pt x="73590" y="152926"/>
                    </a:cubicBezTo>
                    <a:cubicBezTo>
                      <a:pt x="78894" y="151379"/>
                      <a:pt x="83535" y="148948"/>
                      <a:pt x="87513" y="145633"/>
                    </a:cubicBezTo>
                    <a:cubicBezTo>
                      <a:pt x="91491" y="142319"/>
                      <a:pt x="94363" y="138120"/>
                      <a:pt x="96573" y="132816"/>
                    </a:cubicBezTo>
                    <a:cubicBezTo>
                      <a:pt x="98783" y="127512"/>
                      <a:pt x="99888" y="121324"/>
                      <a:pt x="99888" y="113811"/>
                    </a:cubicBezTo>
                    <a:lnTo>
                      <a:pt x="99888" y="89281"/>
                    </a:lnTo>
                    <a:cubicBezTo>
                      <a:pt x="98120" y="93038"/>
                      <a:pt x="95910" y="96573"/>
                      <a:pt x="93037" y="99888"/>
                    </a:cubicBezTo>
                    <a:cubicBezTo>
                      <a:pt x="90165" y="103424"/>
                      <a:pt x="86850" y="106518"/>
                      <a:pt x="82872" y="109170"/>
                    </a:cubicBezTo>
                    <a:cubicBezTo>
                      <a:pt x="78894" y="112043"/>
                      <a:pt x="74695" y="114253"/>
                      <a:pt x="69833" y="115800"/>
                    </a:cubicBezTo>
                    <a:cubicBezTo>
                      <a:pt x="64972" y="117568"/>
                      <a:pt x="59889" y="118231"/>
                      <a:pt x="54364" y="118231"/>
                    </a:cubicBezTo>
                    <a:cubicBezTo>
                      <a:pt x="46629" y="118231"/>
                      <a:pt x="39557" y="116905"/>
                      <a:pt x="32928" y="114253"/>
                    </a:cubicBezTo>
                    <a:cubicBezTo>
                      <a:pt x="26298" y="111601"/>
                      <a:pt x="20552" y="107623"/>
                      <a:pt x="15690" y="102540"/>
                    </a:cubicBezTo>
                    <a:cubicBezTo>
                      <a:pt x="10829" y="97457"/>
                      <a:pt x="6851" y="91490"/>
                      <a:pt x="4199" y="84419"/>
                    </a:cubicBezTo>
                    <a:cubicBezTo>
                      <a:pt x="1326" y="77347"/>
                      <a:pt x="0" y="69391"/>
                      <a:pt x="0" y="60773"/>
                    </a:cubicBezTo>
                    <a:lnTo>
                      <a:pt x="0" y="59226"/>
                    </a:lnTo>
                    <a:cubicBezTo>
                      <a:pt x="0" y="50607"/>
                      <a:pt x="1326" y="42651"/>
                      <a:pt x="4199" y="35580"/>
                    </a:cubicBezTo>
                    <a:cubicBezTo>
                      <a:pt x="7072" y="28508"/>
                      <a:pt x="11050" y="22099"/>
                      <a:pt x="15911" y="16795"/>
                    </a:cubicBezTo>
                    <a:cubicBezTo>
                      <a:pt x="20994" y="11492"/>
                      <a:pt x="26740" y="7293"/>
                      <a:pt x="33591" y="4420"/>
                    </a:cubicBezTo>
                    <a:cubicBezTo>
                      <a:pt x="40441" y="1547"/>
                      <a:pt x="47734" y="0"/>
                      <a:pt x="55911" y="0"/>
                    </a:cubicBezTo>
                    <a:cubicBezTo>
                      <a:pt x="61878" y="0"/>
                      <a:pt x="67181" y="663"/>
                      <a:pt x="71822" y="2210"/>
                    </a:cubicBezTo>
                    <a:cubicBezTo>
                      <a:pt x="76463" y="3757"/>
                      <a:pt x="80662" y="5746"/>
                      <a:pt x="84198" y="8398"/>
                    </a:cubicBezTo>
                    <a:cubicBezTo>
                      <a:pt x="87734" y="10829"/>
                      <a:pt x="90828" y="13922"/>
                      <a:pt x="93479" y="17237"/>
                    </a:cubicBezTo>
                    <a:cubicBezTo>
                      <a:pt x="96131" y="20552"/>
                      <a:pt x="98341" y="24088"/>
                      <a:pt x="99888" y="27845"/>
                    </a:cubicBezTo>
                    <a:lnTo>
                      <a:pt x="99888" y="1768"/>
                    </a:lnTo>
                    <a:lnTo>
                      <a:pt x="112043" y="1768"/>
                    </a:lnTo>
                    <a:lnTo>
                      <a:pt x="112043" y="114253"/>
                    </a:lnTo>
                    <a:cubicBezTo>
                      <a:pt x="112043" y="123092"/>
                      <a:pt x="110717" y="130827"/>
                      <a:pt x="107844" y="137236"/>
                    </a:cubicBezTo>
                    <a:cubicBezTo>
                      <a:pt x="104971" y="143645"/>
                      <a:pt x="101214" y="148948"/>
                      <a:pt x="96131" y="153147"/>
                    </a:cubicBezTo>
                    <a:cubicBezTo>
                      <a:pt x="91270" y="157346"/>
                      <a:pt x="85303" y="160440"/>
                      <a:pt x="78452" y="162429"/>
                    </a:cubicBezTo>
                    <a:cubicBezTo>
                      <a:pt x="71601" y="164418"/>
                      <a:pt x="64309" y="165523"/>
                      <a:pt x="56132" y="165523"/>
                    </a:cubicBezTo>
                    <a:close/>
                    <a:moveTo>
                      <a:pt x="55469" y="107844"/>
                    </a:moveTo>
                    <a:cubicBezTo>
                      <a:pt x="61657" y="107844"/>
                      <a:pt x="67402" y="106739"/>
                      <a:pt x="72706" y="104529"/>
                    </a:cubicBezTo>
                    <a:cubicBezTo>
                      <a:pt x="78010" y="102319"/>
                      <a:pt x="82872" y="99225"/>
                      <a:pt x="86850" y="95026"/>
                    </a:cubicBezTo>
                    <a:cubicBezTo>
                      <a:pt x="90828" y="90828"/>
                      <a:pt x="94142" y="85966"/>
                      <a:pt x="96573" y="79999"/>
                    </a:cubicBezTo>
                    <a:cubicBezTo>
                      <a:pt x="99004" y="74032"/>
                      <a:pt x="100109" y="67402"/>
                      <a:pt x="100109" y="59889"/>
                    </a:cubicBezTo>
                    <a:lnTo>
                      <a:pt x="100109" y="58121"/>
                    </a:lnTo>
                    <a:cubicBezTo>
                      <a:pt x="100109" y="50607"/>
                      <a:pt x="99004" y="43977"/>
                      <a:pt x="96794" y="38011"/>
                    </a:cubicBezTo>
                    <a:cubicBezTo>
                      <a:pt x="94584" y="32044"/>
                      <a:pt x="91712" y="26961"/>
                      <a:pt x="87955" y="22983"/>
                    </a:cubicBezTo>
                    <a:cubicBezTo>
                      <a:pt x="84198" y="19005"/>
                      <a:pt x="79557" y="15911"/>
                      <a:pt x="74253" y="13702"/>
                    </a:cubicBezTo>
                    <a:cubicBezTo>
                      <a:pt x="68949" y="11492"/>
                      <a:pt x="63204" y="10387"/>
                      <a:pt x="56795" y="10387"/>
                    </a:cubicBezTo>
                    <a:cubicBezTo>
                      <a:pt x="50386" y="10387"/>
                      <a:pt x="44419" y="11492"/>
                      <a:pt x="38895" y="13702"/>
                    </a:cubicBezTo>
                    <a:cubicBezTo>
                      <a:pt x="33370" y="15911"/>
                      <a:pt x="28729" y="19005"/>
                      <a:pt x="24751" y="23204"/>
                    </a:cubicBezTo>
                    <a:cubicBezTo>
                      <a:pt x="20773" y="27403"/>
                      <a:pt x="17679" y="32486"/>
                      <a:pt x="15469" y="38453"/>
                    </a:cubicBezTo>
                    <a:cubicBezTo>
                      <a:pt x="13260" y="44419"/>
                      <a:pt x="12155" y="51049"/>
                      <a:pt x="12155" y="58563"/>
                    </a:cubicBezTo>
                    <a:lnTo>
                      <a:pt x="12155" y="60331"/>
                    </a:lnTo>
                    <a:cubicBezTo>
                      <a:pt x="12155" y="67844"/>
                      <a:pt x="13260" y="74474"/>
                      <a:pt x="15469" y="80220"/>
                    </a:cubicBezTo>
                    <a:cubicBezTo>
                      <a:pt x="17679" y="85966"/>
                      <a:pt x="20773" y="91049"/>
                      <a:pt x="24530" y="95026"/>
                    </a:cubicBezTo>
                    <a:cubicBezTo>
                      <a:pt x="28287" y="99004"/>
                      <a:pt x="32928" y="102098"/>
                      <a:pt x="38232" y="104308"/>
                    </a:cubicBezTo>
                    <a:cubicBezTo>
                      <a:pt x="43535" y="106518"/>
                      <a:pt x="49060" y="107623"/>
                      <a:pt x="55027" y="1076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B53E2C-F1DE-6B98-93BA-9C7B21246A9C}"/>
                  </a:ext>
                </a:extLst>
              </p:cNvPr>
              <p:cNvSpPr/>
              <p:nvPr/>
            </p:nvSpPr>
            <p:spPr>
              <a:xfrm>
                <a:off x="8905925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6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6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6 w 116020"/>
                  <a:gd name="connsiteY32" fmla="*/ 61215 h 124197"/>
                  <a:gd name="connsiteX33" fmla="*/ 12376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2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4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6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6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1" y="46408"/>
                      <a:pt x="12376" y="53480"/>
                      <a:pt x="12376" y="61215"/>
                    </a:cubicBezTo>
                    <a:lnTo>
                      <a:pt x="12376" y="62983"/>
                    </a:lnTo>
                    <a:cubicBezTo>
                      <a:pt x="12376" y="70717"/>
                      <a:pt x="13481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B04BE33-76BF-5C2F-6528-6C088180E4E0}"/>
                  </a:ext>
                </a:extLst>
              </p:cNvPr>
              <p:cNvSpPr/>
              <p:nvPr/>
            </p:nvSpPr>
            <p:spPr>
              <a:xfrm>
                <a:off x="9042940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5 w 93700"/>
                  <a:gd name="connsiteY27" fmla="*/ 118451 h 124197"/>
                  <a:gd name="connsiteX28" fmla="*/ 40662 w 93700"/>
                  <a:gd name="connsiteY28" fmla="*/ 124197 h 124197"/>
                  <a:gd name="connsiteX29" fmla="*/ 41767 w 93700"/>
                  <a:gd name="connsiteY29" fmla="*/ 114032 h 124197"/>
                  <a:gd name="connsiteX30" fmla="*/ 57237 w 93700"/>
                  <a:gd name="connsiteY30" fmla="*/ 111822 h 124197"/>
                  <a:gd name="connsiteX31" fmla="*/ 69833 w 93700"/>
                  <a:gd name="connsiteY31" fmla="*/ 105413 h 124197"/>
                  <a:gd name="connsiteX32" fmla="*/ 78452 w 93700"/>
                  <a:gd name="connsiteY32" fmla="*/ 95689 h 124197"/>
                  <a:gd name="connsiteX33" fmla="*/ 81546 w 93700"/>
                  <a:gd name="connsiteY33" fmla="*/ 83314 h 124197"/>
                  <a:gd name="connsiteX34" fmla="*/ 81546 w 93700"/>
                  <a:gd name="connsiteY34" fmla="*/ 62983 h 124197"/>
                  <a:gd name="connsiteX35" fmla="*/ 56795 w 93700"/>
                  <a:gd name="connsiteY35" fmla="*/ 62983 h 124197"/>
                  <a:gd name="connsiteX36" fmla="*/ 39116 w 93700"/>
                  <a:gd name="connsiteY36" fmla="*/ 64088 h 124197"/>
                  <a:gd name="connsiteX37" fmla="*/ 24972 w 93700"/>
                  <a:gd name="connsiteY37" fmla="*/ 68286 h 124197"/>
                  <a:gd name="connsiteX38" fmla="*/ 15469 w 93700"/>
                  <a:gd name="connsiteY38" fmla="*/ 76463 h 124197"/>
                  <a:gd name="connsiteX39" fmla="*/ 11933 w 93700"/>
                  <a:gd name="connsiteY39" fmla="*/ 89723 h 124197"/>
                  <a:gd name="connsiteX40" fmla="*/ 19226 w 93700"/>
                  <a:gd name="connsiteY40" fmla="*/ 107623 h 124197"/>
                  <a:gd name="connsiteX41" fmla="*/ 41546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3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5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5" y="118451"/>
                    </a:cubicBezTo>
                    <a:cubicBezTo>
                      <a:pt x="59226" y="122208"/>
                      <a:pt x="50828" y="124197"/>
                      <a:pt x="40662" y="124197"/>
                    </a:cubicBezTo>
                    <a:close/>
                    <a:moveTo>
                      <a:pt x="41767" y="114032"/>
                    </a:moveTo>
                    <a:cubicBezTo>
                      <a:pt x="47292" y="114032"/>
                      <a:pt x="52375" y="113369"/>
                      <a:pt x="57237" y="111822"/>
                    </a:cubicBezTo>
                    <a:cubicBezTo>
                      <a:pt x="62099" y="110275"/>
                      <a:pt x="66297" y="108065"/>
                      <a:pt x="69833" y="105413"/>
                    </a:cubicBezTo>
                    <a:cubicBezTo>
                      <a:pt x="73369" y="102761"/>
                      <a:pt x="76242" y="99446"/>
                      <a:pt x="78452" y="95689"/>
                    </a:cubicBezTo>
                    <a:cubicBezTo>
                      <a:pt x="80441" y="91932"/>
                      <a:pt x="81546" y="87955"/>
                      <a:pt x="81546" y="83314"/>
                    </a:cubicBezTo>
                    <a:lnTo>
                      <a:pt x="81546" y="62983"/>
                    </a:lnTo>
                    <a:lnTo>
                      <a:pt x="56795" y="62983"/>
                    </a:lnTo>
                    <a:cubicBezTo>
                      <a:pt x="50386" y="62983"/>
                      <a:pt x="44640" y="63425"/>
                      <a:pt x="39116" y="64088"/>
                    </a:cubicBezTo>
                    <a:cubicBezTo>
                      <a:pt x="33591" y="64751"/>
                      <a:pt x="28950" y="66297"/>
                      <a:pt x="24972" y="68286"/>
                    </a:cubicBezTo>
                    <a:cubicBezTo>
                      <a:pt x="20994" y="70275"/>
                      <a:pt x="17900" y="72927"/>
                      <a:pt x="15469" y="76463"/>
                    </a:cubicBezTo>
                    <a:cubicBezTo>
                      <a:pt x="13259" y="79999"/>
                      <a:pt x="11933" y="84419"/>
                      <a:pt x="11933" y="89723"/>
                    </a:cubicBezTo>
                    <a:cubicBezTo>
                      <a:pt x="11933" y="97457"/>
                      <a:pt x="14364" y="103424"/>
                      <a:pt x="19226" y="107623"/>
                    </a:cubicBezTo>
                    <a:cubicBezTo>
                      <a:pt x="24088" y="111822"/>
                      <a:pt x="31381" y="114032"/>
                      <a:pt x="41546" y="1140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9C1AE67-118C-F8AD-AA49-D908E7AF6D6E}"/>
                  </a:ext>
                </a:extLst>
              </p:cNvPr>
              <p:cNvSpPr/>
              <p:nvPr/>
            </p:nvSpPr>
            <p:spPr>
              <a:xfrm>
                <a:off x="9175093" y="2169642"/>
                <a:ext cx="12375" cy="178119"/>
              </a:xfrm>
              <a:custGeom>
                <a:avLst/>
                <a:gdLst>
                  <a:gd name="connsiteX0" fmla="*/ 0 w 12375"/>
                  <a:gd name="connsiteY0" fmla="*/ 0 h 178119"/>
                  <a:gd name="connsiteX1" fmla="*/ 12375 w 12375"/>
                  <a:gd name="connsiteY1" fmla="*/ 0 h 178119"/>
                  <a:gd name="connsiteX2" fmla="*/ 12375 w 12375"/>
                  <a:gd name="connsiteY2" fmla="*/ 178119 h 178119"/>
                  <a:gd name="connsiteX3" fmla="*/ 0 w 12375"/>
                  <a:gd name="connsiteY3" fmla="*/ 178119 h 178119"/>
                  <a:gd name="connsiteX4" fmla="*/ 0 w 12375"/>
                  <a:gd name="connsiteY4" fmla="*/ 0 h 178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5" h="178119">
                    <a:moveTo>
                      <a:pt x="0" y="0"/>
                    </a:moveTo>
                    <a:lnTo>
                      <a:pt x="12375" y="0"/>
                    </a:lnTo>
                    <a:lnTo>
                      <a:pt x="12375" y="178119"/>
                    </a:lnTo>
                    <a:lnTo>
                      <a:pt x="0" y="178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AC8D9E3-91B2-C29F-7D29-6BB927A73586}"/>
                  </a:ext>
                </a:extLst>
              </p:cNvPr>
              <p:cNvSpPr/>
              <p:nvPr/>
            </p:nvSpPr>
            <p:spPr>
              <a:xfrm>
                <a:off x="9288240" y="2168979"/>
                <a:ext cx="10386" cy="212814"/>
              </a:xfrm>
              <a:custGeom>
                <a:avLst/>
                <a:gdLst>
                  <a:gd name="connsiteX0" fmla="*/ 0 w 10386"/>
                  <a:gd name="connsiteY0" fmla="*/ 0 h 212814"/>
                  <a:gd name="connsiteX1" fmla="*/ 10387 w 10386"/>
                  <a:gd name="connsiteY1" fmla="*/ 0 h 212814"/>
                  <a:gd name="connsiteX2" fmla="*/ 10387 w 10386"/>
                  <a:gd name="connsiteY2" fmla="*/ 212815 h 212814"/>
                  <a:gd name="connsiteX3" fmla="*/ 0 w 10386"/>
                  <a:gd name="connsiteY3" fmla="*/ 212815 h 212814"/>
                  <a:gd name="connsiteX4" fmla="*/ 0 w 10386"/>
                  <a:gd name="connsiteY4" fmla="*/ 0 h 21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86" h="212814">
                    <a:moveTo>
                      <a:pt x="0" y="0"/>
                    </a:moveTo>
                    <a:lnTo>
                      <a:pt x="10387" y="0"/>
                    </a:lnTo>
                    <a:lnTo>
                      <a:pt x="10387" y="212815"/>
                    </a:lnTo>
                    <a:lnTo>
                      <a:pt x="0" y="2128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95A9533-BD00-BB2D-A5E0-0EC0E77FE2A8}"/>
                  </a:ext>
                </a:extLst>
              </p:cNvPr>
              <p:cNvSpPr/>
              <p:nvPr/>
            </p:nvSpPr>
            <p:spPr>
              <a:xfrm>
                <a:off x="9389896" y="2225332"/>
                <a:ext cx="116020" cy="124197"/>
              </a:xfrm>
              <a:custGeom>
                <a:avLst/>
                <a:gdLst>
                  <a:gd name="connsiteX0" fmla="*/ 57900 w 116020"/>
                  <a:gd name="connsiteY0" fmla="*/ 124197 h 124197"/>
                  <a:gd name="connsiteX1" fmla="*/ 35138 w 116020"/>
                  <a:gd name="connsiteY1" fmla="*/ 119777 h 124197"/>
                  <a:gd name="connsiteX2" fmla="*/ 16795 w 116020"/>
                  <a:gd name="connsiteY2" fmla="*/ 107181 h 124197"/>
                  <a:gd name="connsiteX3" fmla="*/ 4420 w 116020"/>
                  <a:gd name="connsiteY3" fmla="*/ 87734 h 124197"/>
                  <a:gd name="connsiteX4" fmla="*/ 0 w 116020"/>
                  <a:gd name="connsiteY4" fmla="*/ 63204 h 124197"/>
                  <a:gd name="connsiteX5" fmla="*/ 0 w 116020"/>
                  <a:gd name="connsiteY5" fmla="*/ 61436 h 124197"/>
                  <a:gd name="connsiteX6" fmla="*/ 4641 w 116020"/>
                  <a:gd name="connsiteY6" fmla="*/ 36464 h 124197"/>
                  <a:gd name="connsiteX7" fmla="*/ 17016 w 116020"/>
                  <a:gd name="connsiteY7" fmla="*/ 17016 h 124197"/>
                  <a:gd name="connsiteX8" fmla="*/ 35359 w 116020"/>
                  <a:gd name="connsiteY8" fmla="*/ 4420 h 124197"/>
                  <a:gd name="connsiteX9" fmla="*/ 58121 w 116020"/>
                  <a:gd name="connsiteY9" fmla="*/ 0 h 124197"/>
                  <a:gd name="connsiteX10" fmla="*/ 80883 w 116020"/>
                  <a:gd name="connsiteY10" fmla="*/ 4420 h 124197"/>
                  <a:gd name="connsiteX11" fmla="*/ 99225 w 116020"/>
                  <a:gd name="connsiteY11" fmla="*/ 16795 h 124197"/>
                  <a:gd name="connsiteX12" fmla="*/ 111601 w 116020"/>
                  <a:gd name="connsiteY12" fmla="*/ 36022 h 124197"/>
                  <a:gd name="connsiteX13" fmla="*/ 116021 w 116020"/>
                  <a:gd name="connsiteY13" fmla="*/ 60994 h 124197"/>
                  <a:gd name="connsiteX14" fmla="*/ 116021 w 116020"/>
                  <a:gd name="connsiteY14" fmla="*/ 62762 h 124197"/>
                  <a:gd name="connsiteX15" fmla="*/ 111601 w 116020"/>
                  <a:gd name="connsiteY15" fmla="*/ 87734 h 124197"/>
                  <a:gd name="connsiteX16" fmla="*/ 99225 w 116020"/>
                  <a:gd name="connsiteY16" fmla="*/ 107181 h 124197"/>
                  <a:gd name="connsiteX17" fmla="*/ 80662 w 116020"/>
                  <a:gd name="connsiteY17" fmla="*/ 119777 h 124197"/>
                  <a:gd name="connsiteX18" fmla="*/ 57900 w 116020"/>
                  <a:gd name="connsiteY18" fmla="*/ 124197 h 124197"/>
                  <a:gd name="connsiteX19" fmla="*/ 58121 w 116020"/>
                  <a:gd name="connsiteY19" fmla="*/ 113590 h 124197"/>
                  <a:gd name="connsiteX20" fmla="*/ 76021 w 116020"/>
                  <a:gd name="connsiteY20" fmla="*/ 110054 h 124197"/>
                  <a:gd name="connsiteX21" fmla="*/ 90385 w 116020"/>
                  <a:gd name="connsiteY21" fmla="*/ 99888 h 124197"/>
                  <a:gd name="connsiteX22" fmla="*/ 99888 w 116020"/>
                  <a:gd name="connsiteY22" fmla="*/ 83977 h 124197"/>
                  <a:gd name="connsiteX23" fmla="*/ 103424 w 116020"/>
                  <a:gd name="connsiteY23" fmla="*/ 62983 h 124197"/>
                  <a:gd name="connsiteX24" fmla="*/ 103424 w 116020"/>
                  <a:gd name="connsiteY24" fmla="*/ 61215 h 124197"/>
                  <a:gd name="connsiteX25" fmla="*/ 99888 w 116020"/>
                  <a:gd name="connsiteY25" fmla="*/ 40000 h 124197"/>
                  <a:gd name="connsiteX26" fmla="*/ 90385 w 116020"/>
                  <a:gd name="connsiteY26" fmla="*/ 24088 h 124197"/>
                  <a:gd name="connsiteX27" fmla="*/ 76021 w 116020"/>
                  <a:gd name="connsiteY27" fmla="*/ 14143 h 124197"/>
                  <a:gd name="connsiteX28" fmla="*/ 58121 w 116020"/>
                  <a:gd name="connsiteY28" fmla="*/ 10608 h 124197"/>
                  <a:gd name="connsiteX29" fmla="*/ 40220 w 116020"/>
                  <a:gd name="connsiteY29" fmla="*/ 14143 h 124197"/>
                  <a:gd name="connsiteX30" fmla="*/ 25635 w 116020"/>
                  <a:gd name="connsiteY30" fmla="*/ 24309 h 124197"/>
                  <a:gd name="connsiteX31" fmla="*/ 15911 w 116020"/>
                  <a:gd name="connsiteY31" fmla="*/ 40220 h 124197"/>
                  <a:gd name="connsiteX32" fmla="*/ 12375 w 116020"/>
                  <a:gd name="connsiteY32" fmla="*/ 61215 h 124197"/>
                  <a:gd name="connsiteX33" fmla="*/ 12375 w 116020"/>
                  <a:gd name="connsiteY33" fmla="*/ 62983 h 124197"/>
                  <a:gd name="connsiteX34" fmla="*/ 15911 w 116020"/>
                  <a:gd name="connsiteY34" fmla="*/ 83756 h 124197"/>
                  <a:gd name="connsiteX35" fmla="*/ 25414 w 116020"/>
                  <a:gd name="connsiteY35" fmla="*/ 99667 h 124197"/>
                  <a:gd name="connsiteX36" fmla="*/ 39778 w 116020"/>
                  <a:gd name="connsiteY36" fmla="*/ 109833 h 124197"/>
                  <a:gd name="connsiteX37" fmla="*/ 57900 w 116020"/>
                  <a:gd name="connsiteY37" fmla="*/ 113369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020" h="124197">
                    <a:moveTo>
                      <a:pt x="57900" y="124197"/>
                    </a:moveTo>
                    <a:cubicBezTo>
                      <a:pt x="49723" y="124197"/>
                      <a:pt x="42209" y="122650"/>
                      <a:pt x="35138" y="119777"/>
                    </a:cubicBezTo>
                    <a:cubicBezTo>
                      <a:pt x="28066" y="116684"/>
                      <a:pt x="21878" y="112485"/>
                      <a:pt x="16795" y="107181"/>
                    </a:cubicBezTo>
                    <a:cubicBezTo>
                      <a:pt x="11491" y="101656"/>
                      <a:pt x="7514" y="95247"/>
                      <a:pt x="4420" y="87734"/>
                    </a:cubicBezTo>
                    <a:cubicBezTo>
                      <a:pt x="1326" y="80220"/>
                      <a:pt x="0" y="72043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547" y="43977"/>
                      <a:pt x="4641" y="36464"/>
                    </a:cubicBezTo>
                    <a:cubicBezTo>
                      <a:pt x="7735" y="28950"/>
                      <a:pt x="11933" y="22541"/>
                      <a:pt x="17016" y="17016"/>
                    </a:cubicBezTo>
                    <a:cubicBezTo>
                      <a:pt x="22320" y="11713"/>
                      <a:pt x="28287" y="7514"/>
                      <a:pt x="35359" y="4420"/>
                    </a:cubicBezTo>
                    <a:cubicBezTo>
                      <a:pt x="42430" y="1326"/>
                      <a:pt x="49944" y="0"/>
                      <a:pt x="58121" y="0"/>
                    </a:cubicBezTo>
                    <a:cubicBezTo>
                      <a:pt x="66297" y="0"/>
                      <a:pt x="73811" y="1547"/>
                      <a:pt x="80883" y="4420"/>
                    </a:cubicBezTo>
                    <a:cubicBezTo>
                      <a:pt x="87955" y="7293"/>
                      <a:pt x="94142" y="11492"/>
                      <a:pt x="99225" y="16795"/>
                    </a:cubicBezTo>
                    <a:cubicBezTo>
                      <a:pt x="104529" y="22099"/>
                      <a:pt x="108507" y="28508"/>
                      <a:pt x="111601" y="36022"/>
                    </a:cubicBezTo>
                    <a:cubicBezTo>
                      <a:pt x="114695" y="43535"/>
                      <a:pt x="116021" y="51712"/>
                      <a:pt x="116021" y="60994"/>
                    </a:cubicBezTo>
                    <a:lnTo>
                      <a:pt x="116021" y="62762"/>
                    </a:lnTo>
                    <a:cubicBezTo>
                      <a:pt x="116021" y="71822"/>
                      <a:pt x="114474" y="80220"/>
                      <a:pt x="111601" y="87734"/>
                    </a:cubicBezTo>
                    <a:cubicBezTo>
                      <a:pt x="108507" y="95247"/>
                      <a:pt x="104529" y="101656"/>
                      <a:pt x="99225" y="107181"/>
                    </a:cubicBezTo>
                    <a:cubicBezTo>
                      <a:pt x="93921" y="112485"/>
                      <a:pt x="87734" y="116684"/>
                      <a:pt x="80662" y="119777"/>
                    </a:cubicBezTo>
                    <a:cubicBezTo>
                      <a:pt x="73590" y="122871"/>
                      <a:pt x="66076" y="124197"/>
                      <a:pt x="57900" y="124197"/>
                    </a:cubicBezTo>
                    <a:close/>
                    <a:moveTo>
                      <a:pt x="58121" y="113590"/>
                    </a:moveTo>
                    <a:cubicBezTo>
                      <a:pt x="64530" y="113590"/>
                      <a:pt x="70496" y="112485"/>
                      <a:pt x="76021" y="110054"/>
                    </a:cubicBezTo>
                    <a:cubicBezTo>
                      <a:pt x="81546" y="107623"/>
                      <a:pt x="86408" y="104308"/>
                      <a:pt x="90385" y="99888"/>
                    </a:cubicBezTo>
                    <a:cubicBezTo>
                      <a:pt x="94363" y="95468"/>
                      <a:pt x="97678" y="90165"/>
                      <a:pt x="99888" y="83977"/>
                    </a:cubicBezTo>
                    <a:cubicBezTo>
                      <a:pt x="102098" y="77789"/>
                      <a:pt x="103424" y="70717"/>
                      <a:pt x="103424" y="62983"/>
                    </a:cubicBezTo>
                    <a:lnTo>
                      <a:pt x="103424" y="61215"/>
                    </a:lnTo>
                    <a:cubicBezTo>
                      <a:pt x="103424" y="53259"/>
                      <a:pt x="102319" y="46187"/>
                      <a:pt x="99888" y="40000"/>
                    </a:cubicBezTo>
                    <a:cubicBezTo>
                      <a:pt x="97678" y="33812"/>
                      <a:pt x="94363" y="28508"/>
                      <a:pt x="90385" y="24088"/>
                    </a:cubicBezTo>
                    <a:cubicBezTo>
                      <a:pt x="86408" y="19668"/>
                      <a:pt x="81546" y="16353"/>
                      <a:pt x="76021" y="14143"/>
                    </a:cubicBezTo>
                    <a:cubicBezTo>
                      <a:pt x="70496" y="11934"/>
                      <a:pt x="64530" y="10608"/>
                      <a:pt x="58121" y="10608"/>
                    </a:cubicBezTo>
                    <a:cubicBezTo>
                      <a:pt x="51712" y="10608"/>
                      <a:pt x="45745" y="11713"/>
                      <a:pt x="40220" y="14143"/>
                    </a:cubicBezTo>
                    <a:cubicBezTo>
                      <a:pt x="34696" y="16574"/>
                      <a:pt x="29834" y="19889"/>
                      <a:pt x="25635" y="24309"/>
                    </a:cubicBezTo>
                    <a:cubicBezTo>
                      <a:pt x="21436" y="28729"/>
                      <a:pt x="18342" y="34033"/>
                      <a:pt x="15911" y="40220"/>
                    </a:cubicBezTo>
                    <a:cubicBezTo>
                      <a:pt x="13480" y="46408"/>
                      <a:pt x="12375" y="53480"/>
                      <a:pt x="12375" y="61215"/>
                    </a:cubicBezTo>
                    <a:lnTo>
                      <a:pt x="12375" y="62983"/>
                    </a:lnTo>
                    <a:cubicBezTo>
                      <a:pt x="12375" y="70717"/>
                      <a:pt x="13480" y="77568"/>
                      <a:pt x="15911" y="83756"/>
                    </a:cubicBezTo>
                    <a:cubicBezTo>
                      <a:pt x="18342" y="89944"/>
                      <a:pt x="21436" y="95247"/>
                      <a:pt x="25414" y="99667"/>
                    </a:cubicBezTo>
                    <a:cubicBezTo>
                      <a:pt x="29392" y="104087"/>
                      <a:pt x="34254" y="107402"/>
                      <a:pt x="39778" y="109833"/>
                    </a:cubicBezTo>
                    <a:cubicBezTo>
                      <a:pt x="45303" y="112264"/>
                      <a:pt x="51270" y="113369"/>
                      <a:pt x="57900" y="1133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403CC33-17A5-7541-79C1-21B614C67978}"/>
                  </a:ext>
                </a:extLst>
              </p:cNvPr>
              <p:cNvSpPr/>
              <p:nvPr/>
            </p:nvSpPr>
            <p:spPr>
              <a:xfrm>
                <a:off x="9535751" y="2225332"/>
                <a:ext cx="97678" cy="122650"/>
              </a:xfrm>
              <a:custGeom>
                <a:avLst/>
                <a:gdLst>
                  <a:gd name="connsiteX0" fmla="*/ 0 w 97678"/>
                  <a:gd name="connsiteY0" fmla="*/ 1989 h 122650"/>
                  <a:gd name="connsiteX1" fmla="*/ 12155 w 97678"/>
                  <a:gd name="connsiteY1" fmla="*/ 1989 h 122650"/>
                  <a:gd name="connsiteX2" fmla="*/ 12155 w 97678"/>
                  <a:gd name="connsiteY2" fmla="*/ 25414 h 122650"/>
                  <a:gd name="connsiteX3" fmla="*/ 18121 w 97678"/>
                  <a:gd name="connsiteY3" fmla="*/ 15911 h 122650"/>
                  <a:gd name="connsiteX4" fmla="*/ 27403 w 97678"/>
                  <a:gd name="connsiteY4" fmla="*/ 7735 h 122650"/>
                  <a:gd name="connsiteX5" fmla="*/ 39778 w 97678"/>
                  <a:gd name="connsiteY5" fmla="*/ 1989 h 122650"/>
                  <a:gd name="connsiteX6" fmla="*/ 54806 w 97678"/>
                  <a:gd name="connsiteY6" fmla="*/ 0 h 122650"/>
                  <a:gd name="connsiteX7" fmla="*/ 72264 w 97678"/>
                  <a:gd name="connsiteY7" fmla="*/ 2652 h 122650"/>
                  <a:gd name="connsiteX8" fmla="*/ 85745 w 97678"/>
                  <a:gd name="connsiteY8" fmla="*/ 11271 h 122650"/>
                  <a:gd name="connsiteX9" fmla="*/ 94584 w 97678"/>
                  <a:gd name="connsiteY9" fmla="*/ 26298 h 122650"/>
                  <a:gd name="connsiteX10" fmla="*/ 97678 w 97678"/>
                  <a:gd name="connsiteY10" fmla="*/ 48397 h 122650"/>
                  <a:gd name="connsiteX11" fmla="*/ 97678 w 97678"/>
                  <a:gd name="connsiteY11" fmla="*/ 122650 h 122650"/>
                  <a:gd name="connsiteX12" fmla="*/ 85524 w 97678"/>
                  <a:gd name="connsiteY12" fmla="*/ 122650 h 122650"/>
                  <a:gd name="connsiteX13" fmla="*/ 85524 w 97678"/>
                  <a:gd name="connsiteY13" fmla="*/ 47734 h 122650"/>
                  <a:gd name="connsiteX14" fmla="*/ 76905 w 97678"/>
                  <a:gd name="connsiteY14" fmla="*/ 19668 h 122650"/>
                  <a:gd name="connsiteX15" fmla="*/ 52154 w 97678"/>
                  <a:gd name="connsiteY15" fmla="*/ 10829 h 122650"/>
                  <a:gd name="connsiteX16" fmla="*/ 37348 w 97678"/>
                  <a:gd name="connsiteY16" fmla="*/ 13260 h 122650"/>
                  <a:gd name="connsiteX17" fmla="*/ 24751 w 97678"/>
                  <a:gd name="connsiteY17" fmla="*/ 20552 h 122650"/>
                  <a:gd name="connsiteX18" fmla="*/ 15690 w 97678"/>
                  <a:gd name="connsiteY18" fmla="*/ 32707 h 122650"/>
                  <a:gd name="connsiteX19" fmla="*/ 12155 w 97678"/>
                  <a:gd name="connsiteY19" fmla="*/ 49502 h 122650"/>
                  <a:gd name="connsiteX20" fmla="*/ 12155 w 97678"/>
                  <a:gd name="connsiteY20" fmla="*/ 122429 h 122650"/>
                  <a:gd name="connsiteX21" fmla="*/ 0 w 97678"/>
                  <a:gd name="connsiteY21" fmla="*/ 122429 h 122650"/>
                  <a:gd name="connsiteX22" fmla="*/ 0 w 97678"/>
                  <a:gd name="connsiteY22" fmla="*/ 1989 h 12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7678" h="122650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5414"/>
                    </a:lnTo>
                    <a:cubicBezTo>
                      <a:pt x="13481" y="22099"/>
                      <a:pt x="15469" y="19005"/>
                      <a:pt x="18121" y="15911"/>
                    </a:cubicBezTo>
                    <a:cubicBezTo>
                      <a:pt x="20773" y="12818"/>
                      <a:pt x="23867" y="10166"/>
                      <a:pt x="27403" y="7735"/>
                    </a:cubicBezTo>
                    <a:cubicBezTo>
                      <a:pt x="30939" y="5304"/>
                      <a:pt x="35138" y="3536"/>
                      <a:pt x="39778" y="1989"/>
                    </a:cubicBezTo>
                    <a:cubicBezTo>
                      <a:pt x="44419" y="663"/>
                      <a:pt x="49281" y="0"/>
                      <a:pt x="54806" y="0"/>
                    </a:cubicBezTo>
                    <a:cubicBezTo>
                      <a:pt x="61215" y="0"/>
                      <a:pt x="67181" y="884"/>
                      <a:pt x="72264" y="2652"/>
                    </a:cubicBezTo>
                    <a:cubicBezTo>
                      <a:pt x="77347" y="4420"/>
                      <a:pt x="81988" y="7293"/>
                      <a:pt x="85745" y="11271"/>
                    </a:cubicBezTo>
                    <a:cubicBezTo>
                      <a:pt x="89502" y="15248"/>
                      <a:pt x="92375" y="20110"/>
                      <a:pt x="94584" y="26298"/>
                    </a:cubicBezTo>
                    <a:cubicBezTo>
                      <a:pt x="96573" y="32265"/>
                      <a:pt x="97678" y="39778"/>
                      <a:pt x="97678" y="48397"/>
                    </a:cubicBezTo>
                    <a:lnTo>
                      <a:pt x="97678" y="122650"/>
                    </a:lnTo>
                    <a:lnTo>
                      <a:pt x="85524" y="122650"/>
                    </a:lnTo>
                    <a:lnTo>
                      <a:pt x="85524" y="47734"/>
                    </a:lnTo>
                    <a:cubicBezTo>
                      <a:pt x="85524" y="34917"/>
                      <a:pt x="82651" y="25414"/>
                      <a:pt x="76905" y="19668"/>
                    </a:cubicBezTo>
                    <a:cubicBezTo>
                      <a:pt x="71159" y="13922"/>
                      <a:pt x="62983" y="10829"/>
                      <a:pt x="52154" y="10829"/>
                    </a:cubicBezTo>
                    <a:cubicBezTo>
                      <a:pt x="47071" y="10829"/>
                      <a:pt x="42209" y="11713"/>
                      <a:pt x="37348" y="13260"/>
                    </a:cubicBezTo>
                    <a:cubicBezTo>
                      <a:pt x="32486" y="15027"/>
                      <a:pt x="28287" y="17458"/>
                      <a:pt x="24751" y="20552"/>
                    </a:cubicBezTo>
                    <a:cubicBezTo>
                      <a:pt x="21215" y="23646"/>
                      <a:pt x="18121" y="27845"/>
                      <a:pt x="15690" y="32707"/>
                    </a:cubicBezTo>
                    <a:cubicBezTo>
                      <a:pt x="13481" y="37569"/>
                      <a:pt x="12155" y="43093"/>
                      <a:pt x="12155" y="49502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724BB01-95DB-55EC-BCB0-DD3E10426E7A}"/>
                  </a:ext>
                </a:extLst>
              </p:cNvPr>
              <p:cNvSpPr/>
              <p:nvPr/>
            </p:nvSpPr>
            <p:spPr>
              <a:xfrm>
                <a:off x="9662158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69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6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7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7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7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4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7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1" y="122429"/>
                      <a:pt x="33370" y="119556"/>
                    </a:cubicBezTo>
                    <a:cubicBezTo>
                      <a:pt x="26298" y="116684"/>
                      <a:pt x="20331" y="112485"/>
                      <a:pt x="15469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39999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6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7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3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7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7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4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1" y="46408"/>
                      <a:pt x="13039" y="52817"/>
                    </a:cubicBezTo>
                    <a:lnTo>
                      <a:pt x="95247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B9F6966-E242-2103-E0FE-1C8BE2AB0F4C}"/>
                  </a:ext>
                </a:extLst>
              </p:cNvPr>
              <p:cNvSpPr/>
              <p:nvPr/>
            </p:nvSpPr>
            <p:spPr>
              <a:xfrm>
                <a:off x="9844255" y="2199918"/>
                <a:ext cx="62982" cy="149832"/>
              </a:xfrm>
              <a:custGeom>
                <a:avLst/>
                <a:gdLst>
                  <a:gd name="connsiteX0" fmla="*/ 47292 w 62982"/>
                  <a:gd name="connsiteY0" fmla="*/ 149390 h 149832"/>
                  <a:gd name="connsiteX1" fmla="*/ 25193 w 62982"/>
                  <a:gd name="connsiteY1" fmla="*/ 141435 h 149832"/>
                  <a:gd name="connsiteX2" fmla="*/ 17679 w 62982"/>
                  <a:gd name="connsiteY2" fmla="*/ 118893 h 149832"/>
                  <a:gd name="connsiteX3" fmla="*/ 17679 w 62982"/>
                  <a:gd name="connsiteY3" fmla="*/ 38010 h 149832"/>
                  <a:gd name="connsiteX4" fmla="*/ 0 w 62982"/>
                  <a:gd name="connsiteY4" fmla="*/ 38010 h 149832"/>
                  <a:gd name="connsiteX5" fmla="*/ 0 w 62982"/>
                  <a:gd name="connsiteY5" fmla="*/ 27403 h 149832"/>
                  <a:gd name="connsiteX6" fmla="*/ 17679 w 62982"/>
                  <a:gd name="connsiteY6" fmla="*/ 27403 h 149832"/>
                  <a:gd name="connsiteX7" fmla="*/ 17679 w 62982"/>
                  <a:gd name="connsiteY7" fmla="*/ 0 h 149832"/>
                  <a:gd name="connsiteX8" fmla="*/ 29834 w 62982"/>
                  <a:gd name="connsiteY8" fmla="*/ 0 h 149832"/>
                  <a:gd name="connsiteX9" fmla="*/ 29834 w 62982"/>
                  <a:gd name="connsiteY9" fmla="*/ 27403 h 149832"/>
                  <a:gd name="connsiteX10" fmla="*/ 61436 w 62982"/>
                  <a:gd name="connsiteY10" fmla="*/ 27403 h 149832"/>
                  <a:gd name="connsiteX11" fmla="*/ 61436 w 62982"/>
                  <a:gd name="connsiteY11" fmla="*/ 38010 h 149832"/>
                  <a:gd name="connsiteX12" fmla="*/ 29834 w 62982"/>
                  <a:gd name="connsiteY12" fmla="*/ 38010 h 149832"/>
                  <a:gd name="connsiteX13" fmla="*/ 29834 w 62982"/>
                  <a:gd name="connsiteY13" fmla="*/ 117788 h 149832"/>
                  <a:gd name="connsiteX14" fmla="*/ 34696 w 62982"/>
                  <a:gd name="connsiteY14" fmla="*/ 133921 h 149832"/>
                  <a:gd name="connsiteX15" fmla="*/ 47734 w 62982"/>
                  <a:gd name="connsiteY15" fmla="*/ 139004 h 149832"/>
                  <a:gd name="connsiteX16" fmla="*/ 56132 w 62982"/>
                  <a:gd name="connsiteY16" fmla="*/ 138341 h 149832"/>
                  <a:gd name="connsiteX17" fmla="*/ 62983 w 62982"/>
                  <a:gd name="connsiteY17" fmla="*/ 136573 h 149832"/>
                  <a:gd name="connsiteX18" fmla="*/ 62983 w 62982"/>
                  <a:gd name="connsiteY18" fmla="*/ 147180 h 149832"/>
                  <a:gd name="connsiteX19" fmla="*/ 56353 w 62982"/>
                  <a:gd name="connsiteY19" fmla="*/ 149169 h 149832"/>
                  <a:gd name="connsiteX20" fmla="*/ 47071 w 62982"/>
                  <a:gd name="connsiteY20" fmla="*/ 149832 h 14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982" h="149832">
                    <a:moveTo>
                      <a:pt x="47292" y="149390"/>
                    </a:moveTo>
                    <a:cubicBezTo>
                      <a:pt x="37569" y="149390"/>
                      <a:pt x="30276" y="146738"/>
                      <a:pt x="25193" y="141435"/>
                    </a:cubicBezTo>
                    <a:cubicBezTo>
                      <a:pt x="20110" y="136131"/>
                      <a:pt x="17679" y="128617"/>
                      <a:pt x="17679" y="118893"/>
                    </a:cubicBezTo>
                    <a:lnTo>
                      <a:pt x="17679" y="38010"/>
                    </a:lnTo>
                    <a:lnTo>
                      <a:pt x="0" y="38010"/>
                    </a:lnTo>
                    <a:lnTo>
                      <a:pt x="0" y="27403"/>
                    </a:lnTo>
                    <a:lnTo>
                      <a:pt x="17679" y="27403"/>
                    </a:lnTo>
                    <a:lnTo>
                      <a:pt x="17679" y="0"/>
                    </a:lnTo>
                    <a:lnTo>
                      <a:pt x="29834" y="0"/>
                    </a:lnTo>
                    <a:lnTo>
                      <a:pt x="29834" y="27403"/>
                    </a:lnTo>
                    <a:lnTo>
                      <a:pt x="61436" y="27403"/>
                    </a:lnTo>
                    <a:lnTo>
                      <a:pt x="61436" y="38010"/>
                    </a:lnTo>
                    <a:lnTo>
                      <a:pt x="29834" y="38010"/>
                    </a:lnTo>
                    <a:lnTo>
                      <a:pt x="29834" y="117788"/>
                    </a:lnTo>
                    <a:cubicBezTo>
                      <a:pt x="29834" y="125081"/>
                      <a:pt x="31381" y="130385"/>
                      <a:pt x="34696" y="133921"/>
                    </a:cubicBezTo>
                    <a:cubicBezTo>
                      <a:pt x="38011" y="137236"/>
                      <a:pt x="42209" y="139004"/>
                      <a:pt x="47734" y="139004"/>
                    </a:cubicBezTo>
                    <a:cubicBezTo>
                      <a:pt x="50828" y="139004"/>
                      <a:pt x="53480" y="138783"/>
                      <a:pt x="56132" y="138341"/>
                    </a:cubicBezTo>
                    <a:cubicBezTo>
                      <a:pt x="58784" y="137899"/>
                      <a:pt x="60994" y="137236"/>
                      <a:pt x="62983" y="136573"/>
                    </a:cubicBezTo>
                    <a:lnTo>
                      <a:pt x="62983" y="147180"/>
                    </a:lnTo>
                    <a:cubicBezTo>
                      <a:pt x="60994" y="148064"/>
                      <a:pt x="58784" y="148506"/>
                      <a:pt x="56353" y="149169"/>
                    </a:cubicBezTo>
                    <a:cubicBezTo>
                      <a:pt x="53922" y="149611"/>
                      <a:pt x="50828" y="149832"/>
                      <a:pt x="47071" y="149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F0091CB-727E-AAA8-03EC-FAF23D6B47CE}"/>
                  </a:ext>
                </a:extLst>
              </p:cNvPr>
              <p:cNvSpPr/>
              <p:nvPr/>
            </p:nvSpPr>
            <p:spPr>
              <a:xfrm>
                <a:off x="9926243" y="2225553"/>
                <a:ext cx="108285" cy="123976"/>
              </a:xfrm>
              <a:custGeom>
                <a:avLst/>
                <a:gdLst>
                  <a:gd name="connsiteX0" fmla="*/ 57016 w 108285"/>
                  <a:gd name="connsiteY0" fmla="*/ 123976 h 123976"/>
                  <a:gd name="connsiteX1" fmla="*/ 33370 w 108285"/>
                  <a:gd name="connsiteY1" fmla="*/ 119556 h 123976"/>
                  <a:gd name="connsiteX2" fmla="*/ 15470 w 108285"/>
                  <a:gd name="connsiteY2" fmla="*/ 107181 h 123976"/>
                  <a:gd name="connsiteX3" fmla="*/ 3978 w 108285"/>
                  <a:gd name="connsiteY3" fmla="*/ 87955 h 123976"/>
                  <a:gd name="connsiteX4" fmla="*/ 0 w 108285"/>
                  <a:gd name="connsiteY4" fmla="*/ 63204 h 123976"/>
                  <a:gd name="connsiteX5" fmla="*/ 0 w 108285"/>
                  <a:gd name="connsiteY5" fmla="*/ 61436 h 123976"/>
                  <a:gd name="connsiteX6" fmla="*/ 4199 w 108285"/>
                  <a:gd name="connsiteY6" fmla="*/ 36464 h 123976"/>
                  <a:gd name="connsiteX7" fmla="*/ 15690 w 108285"/>
                  <a:gd name="connsiteY7" fmla="*/ 17016 h 123976"/>
                  <a:gd name="connsiteX8" fmla="*/ 33149 w 108285"/>
                  <a:gd name="connsiteY8" fmla="*/ 4420 h 123976"/>
                  <a:gd name="connsiteX9" fmla="*/ 55469 w 108285"/>
                  <a:gd name="connsiteY9" fmla="*/ 0 h 123976"/>
                  <a:gd name="connsiteX10" fmla="*/ 76021 w 108285"/>
                  <a:gd name="connsiteY10" fmla="*/ 3536 h 123976"/>
                  <a:gd name="connsiteX11" fmla="*/ 92817 w 108285"/>
                  <a:gd name="connsiteY11" fmla="*/ 14364 h 123976"/>
                  <a:gd name="connsiteX12" fmla="*/ 104087 w 108285"/>
                  <a:gd name="connsiteY12" fmla="*/ 32707 h 123976"/>
                  <a:gd name="connsiteX13" fmla="*/ 108286 w 108285"/>
                  <a:gd name="connsiteY13" fmla="*/ 58784 h 123976"/>
                  <a:gd name="connsiteX14" fmla="*/ 108286 w 108285"/>
                  <a:gd name="connsiteY14" fmla="*/ 63204 h 123976"/>
                  <a:gd name="connsiteX15" fmla="*/ 12818 w 108285"/>
                  <a:gd name="connsiteY15" fmla="*/ 63204 h 123976"/>
                  <a:gd name="connsiteX16" fmla="*/ 24530 w 108285"/>
                  <a:gd name="connsiteY16" fmla="*/ 100551 h 123976"/>
                  <a:gd name="connsiteX17" fmla="*/ 57458 w 108285"/>
                  <a:gd name="connsiteY17" fmla="*/ 113590 h 123976"/>
                  <a:gd name="connsiteX18" fmla="*/ 82430 w 108285"/>
                  <a:gd name="connsiteY18" fmla="*/ 107402 h 123976"/>
                  <a:gd name="connsiteX19" fmla="*/ 95248 w 108285"/>
                  <a:gd name="connsiteY19" fmla="*/ 88397 h 123976"/>
                  <a:gd name="connsiteX20" fmla="*/ 107402 w 108285"/>
                  <a:gd name="connsiteY20" fmla="*/ 88397 h 123976"/>
                  <a:gd name="connsiteX21" fmla="*/ 90165 w 108285"/>
                  <a:gd name="connsiteY21" fmla="*/ 114916 h 123976"/>
                  <a:gd name="connsiteX22" fmla="*/ 57237 w 108285"/>
                  <a:gd name="connsiteY22" fmla="*/ 123976 h 123976"/>
                  <a:gd name="connsiteX23" fmla="*/ 95248 w 108285"/>
                  <a:gd name="connsiteY23" fmla="*/ 53038 h 123976"/>
                  <a:gd name="connsiteX24" fmla="*/ 83535 w 108285"/>
                  <a:gd name="connsiteY24" fmla="*/ 20773 h 123976"/>
                  <a:gd name="connsiteX25" fmla="*/ 55027 w 108285"/>
                  <a:gd name="connsiteY25" fmla="*/ 10387 h 123976"/>
                  <a:gd name="connsiteX26" fmla="*/ 38895 w 108285"/>
                  <a:gd name="connsiteY26" fmla="*/ 13259 h 123976"/>
                  <a:gd name="connsiteX27" fmla="*/ 26077 w 108285"/>
                  <a:gd name="connsiteY27" fmla="*/ 21657 h 123976"/>
                  <a:gd name="connsiteX28" fmla="*/ 17237 w 108285"/>
                  <a:gd name="connsiteY28" fmla="*/ 35138 h 123976"/>
                  <a:gd name="connsiteX29" fmla="*/ 13039 w 108285"/>
                  <a:gd name="connsiteY29" fmla="*/ 52817 h 123976"/>
                  <a:gd name="connsiteX30" fmla="*/ 95248 w 108285"/>
                  <a:gd name="connsiteY30" fmla="*/ 52817 h 12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8285" h="123976">
                    <a:moveTo>
                      <a:pt x="57016" y="123976"/>
                    </a:moveTo>
                    <a:cubicBezTo>
                      <a:pt x="48176" y="123976"/>
                      <a:pt x="40442" y="122429"/>
                      <a:pt x="33370" y="119556"/>
                    </a:cubicBezTo>
                    <a:cubicBezTo>
                      <a:pt x="26298" y="116684"/>
                      <a:pt x="20331" y="112485"/>
                      <a:pt x="15470" y="107181"/>
                    </a:cubicBezTo>
                    <a:cubicBezTo>
                      <a:pt x="10387" y="101877"/>
                      <a:pt x="6630" y="95468"/>
                      <a:pt x="3978" y="87955"/>
                    </a:cubicBezTo>
                    <a:cubicBezTo>
                      <a:pt x="1326" y="80441"/>
                      <a:pt x="0" y="72264"/>
                      <a:pt x="0" y="63204"/>
                    </a:cubicBezTo>
                    <a:lnTo>
                      <a:pt x="0" y="61436"/>
                    </a:lnTo>
                    <a:cubicBezTo>
                      <a:pt x="0" y="52375"/>
                      <a:pt x="1326" y="43977"/>
                      <a:pt x="4199" y="36464"/>
                    </a:cubicBezTo>
                    <a:cubicBezTo>
                      <a:pt x="7072" y="28950"/>
                      <a:pt x="10829" y="22541"/>
                      <a:pt x="15690" y="17016"/>
                    </a:cubicBezTo>
                    <a:cubicBezTo>
                      <a:pt x="20552" y="11492"/>
                      <a:pt x="26298" y="7293"/>
                      <a:pt x="33149" y="4420"/>
                    </a:cubicBezTo>
                    <a:cubicBezTo>
                      <a:pt x="40000" y="1326"/>
                      <a:pt x="47292" y="0"/>
                      <a:pt x="55469" y="0"/>
                    </a:cubicBezTo>
                    <a:cubicBezTo>
                      <a:pt x="62762" y="0"/>
                      <a:pt x="69612" y="1105"/>
                      <a:pt x="76021" y="3536"/>
                    </a:cubicBezTo>
                    <a:cubicBezTo>
                      <a:pt x="82430" y="5967"/>
                      <a:pt x="88176" y="9503"/>
                      <a:pt x="92817" y="14364"/>
                    </a:cubicBezTo>
                    <a:cubicBezTo>
                      <a:pt x="97457" y="19226"/>
                      <a:pt x="101435" y="25414"/>
                      <a:pt x="104087" y="32707"/>
                    </a:cubicBezTo>
                    <a:cubicBezTo>
                      <a:pt x="106739" y="39999"/>
                      <a:pt x="108286" y="48839"/>
                      <a:pt x="108286" y="58784"/>
                    </a:cubicBezTo>
                    <a:lnTo>
                      <a:pt x="108286" y="63204"/>
                    </a:lnTo>
                    <a:lnTo>
                      <a:pt x="12818" y="63204"/>
                    </a:lnTo>
                    <a:cubicBezTo>
                      <a:pt x="13039" y="79336"/>
                      <a:pt x="17016" y="91932"/>
                      <a:pt x="24530" y="100551"/>
                    </a:cubicBezTo>
                    <a:cubicBezTo>
                      <a:pt x="32044" y="109170"/>
                      <a:pt x="42872" y="113590"/>
                      <a:pt x="57458" y="113590"/>
                    </a:cubicBezTo>
                    <a:cubicBezTo>
                      <a:pt x="67624" y="113590"/>
                      <a:pt x="75800" y="111601"/>
                      <a:pt x="82430" y="107402"/>
                    </a:cubicBezTo>
                    <a:cubicBezTo>
                      <a:pt x="88839" y="103203"/>
                      <a:pt x="93258" y="97015"/>
                      <a:pt x="95248" y="88397"/>
                    </a:cubicBezTo>
                    <a:lnTo>
                      <a:pt x="107402" y="88397"/>
                    </a:lnTo>
                    <a:cubicBezTo>
                      <a:pt x="104750" y="99888"/>
                      <a:pt x="99004" y="108949"/>
                      <a:pt x="90165" y="114916"/>
                    </a:cubicBezTo>
                    <a:cubicBezTo>
                      <a:pt x="81325" y="121103"/>
                      <a:pt x="70496" y="123976"/>
                      <a:pt x="57237" y="123976"/>
                    </a:cubicBezTo>
                    <a:close/>
                    <a:moveTo>
                      <a:pt x="95248" y="53038"/>
                    </a:moveTo>
                    <a:cubicBezTo>
                      <a:pt x="94584" y="38452"/>
                      <a:pt x="90828" y="27624"/>
                      <a:pt x="83535" y="20773"/>
                    </a:cubicBezTo>
                    <a:cubicBezTo>
                      <a:pt x="76463" y="13922"/>
                      <a:pt x="66960" y="10387"/>
                      <a:pt x="55027" y="10387"/>
                    </a:cubicBezTo>
                    <a:cubicBezTo>
                      <a:pt x="49281" y="10387"/>
                      <a:pt x="43756" y="11271"/>
                      <a:pt x="38895" y="13259"/>
                    </a:cubicBezTo>
                    <a:cubicBezTo>
                      <a:pt x="34033" y="15248"/>
                      <a:pt x="29613" y="18121"/>
                      <a:pt x="26077" y="21657"/>
                    </a:cubicBezTo>
                    <a:cubicBezTo>
                      <a:pt x="22320" y="25414"/>
                      <a:pt x="19447" y="29834"/>
                      <a:pt x="17237" y="35138"/>
                    </a:cubicBezTo>
                    <a:cubicBezTo>
                      <a:pt x="15027" y="40441"/>
                      <a:pt x="13702" y="46408"/>
                      <a:pt x="13039" y="52817"/>
                    </a:cubicBezTo>
                    <a:lnTo>
                      <a:pt x="95248" y="5281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365FB29-DDA1-7304-5472-BE6F3C46E2AD}"/>
                  </a:ext>
                </a:extLst>
              </p:cNvPr>
              <p:cNvSpPr/>
              <p:nvPr/>
            </p:nvSpPr>
            <p:spPr>
              <a:xfrm>
                <a:off x="10055744" y="2225553"/>
                <a:ext cx="93700" cy="124197"/>
              </a:xfrm>
              <a:custGeom>
                <a:avLst/>
                <a:gdLst>
                  <a:gd name="connsiteX0" fmla="*/ 40883 w 93700"/>
                  <a:gd name="connsiteY0" fmla="*/ 123976 h 124197"/>
                  <a:gd name="connsiteX1" fmla="*/ 24309 w 93700"/>
                  <a:gd name="connsiteY1" fmla="*/ 121766 h 124197"/>
                  <a:gd name="connsiteX2" fmla="*/ 11492 w 93700"/>
                  <a:gd name="connsiteY2" fmla="*/ 115358 h 124197"/>
                  <a:gd name="connsiteX3" fmla="*/ 3094 w 93700"/>
                  <a:gd name="connsiteY3" fmla="*/ 104750 h 124197"/>
                  <a:gd name="connsiteX4" fmla="*/ 0 w 93700"/>
                  <a:gd name="connsiteY4" fmla="*/ 89723 h 124197"/>
                  <a:gd name="connsiteX5" fmla="*/ 4641 w 93700"/>
                  <a:gd name="connsiteY5" fmla="*/ 72485 h 124197"/>
                  <a:gd name="connsiteX6" fmla="*/ 17016 w 93700"/>
                  <a:gd name="connsiteY6" fmla="*/ 61215 h 124197"/>
                  <a:gd name="connsiteX7" fmla="*/ 35138 w 93700"/>
                  <a:gd name="connsiteY7" fmla="*/ 55248 h 124197"/>
                  <a:gd name="connsiteX8" fmla="*/ 56353 w 93700"/>
                  <a:gd name="connsiteY8" fmla="*/ 53480 h 124197"/>
                  <a:gd name="connsiteX9" fmla="*/ 81546 w 93700"/>
                  <a:gd name="connsiteY9" fmla="*/ 53480 h 124197"/>
                  <a:gd name="connsiteX10" fmla="*/ 81546 w 93700"/>
                  <a:gd name="connsiteY10" fmla="*/ 42651 h 124197"/>
                  <a:gd name="connsiteX11" fmla="*/ 74253 w 93700"/>
                  <a:gd name="connsiteY11" fmla="*/ 17900 h 124197"/>
                  <a:gd name="connsiteX12" fmla="*/ 51049 w 93700"/>
                  <a:gd name="connsiteY12" fmla="*/ 10387 h 124197"/>
                  <a:gd name="connsiteX13" fmla="*/ 28287 w 93700"/>
                  <a:gd name="connsiteY13" fmla="*/ 16574 h 124197"/>
                  <a:gd name="connsiteX14" fmla="*/ 17237 w 93700"/>
                  <a:gd name="connsiteY14" fmla="*/ 36022 h 124197"/>
                  <a:gd name="connsiteX15" fmla="*/ 5304 w 93700"/>
                  <a:gd name="connsiteY15" fmla="*/ 36022 h 124197"/>
                  <a:gd name="connsiteX16" fmla="*/ 10387 w 93700"/>
                  <a:gd name="connsiteY16" fmla="*/ 19668 h 124197"/>
                  <a:gd name="connsiteX17" fmla="*/ 20773 w 93700"/>
                  <a:gd name="connsiteY17" fmla="*/ 8398 h 124197"/>
                  <a:gd name="connsiteX18" fmla="*/ 34917 w 93700"/>
                  <a:gd name="connsiteY18" fmla="*/ 1989 h 124197"/>
                  <a:gd name="connsiteX19" fmla="*/ 51491 w 93700"/>
                  <a:gd name="connsiteY19" fmla="*/ 0 h 124197"/>
                  <a:gd name="connsiteX20" fmla="*/ 68728 w 93700"/>
                  <a:gd name="connsiteY20" fmla="*/ 2210 h 124197"/>
                  <a:gd name="connsiteX21" fmla="*/ 81988 w 93700"/>
                  <a:gd name="connsiteY21" fmla="*/ 9724 h 124197"/>
                  <a:gd name="connsiteX22" fmla="*/ 90607 w 93700"/>
                  <a:gd name="connsiteY22" fmla="*/ 22983 h 124197"/>
                  <a:gd name="connsiteX23" fmla="*/ 93700 w 93700"/>
                  <a:gd name="connsiteY23" fmla="*/ 42651 h 124197"/>
                  <a:gd name="connsiteX24" fmla="*/ 93700 w 93700"/>
                  <a:gd name="connsiteY24" fmla="*/ 122429 h 124197"/>
                  <a:gd name="connsiteX25" fmla="*/ 81546 w 93700"/>
                  <a:gd name="connsiteY25" fmla="*/ 122429 h 124197"/>
                  <a:gd name="connsiteX26" fmla="*/ 81546 w 93700"/>
                  <a:gd name="connsiteY26" fmla="*/ 104087 h 124197"/>
                  <a:gd name="connsiteX27" fmla="*/ 65856 w 93700"/>
                  <a:gd name="connsiteY27" fmla="*/ 118451 h 124197"/>
                  <a:gd name="connsiteX28" fmla="*/ 40663 w 93700"/>
                  <a:gd name="connsiteY28" fmla="*/ 124197 h 124197"/>
                  <a:gd name="connsiteX29" fmla="*/ 41988 w 93700"/>
                  <a:gd name="connsiteY29" fmla="*/ 114032 h 124197"/>
                  <a:gd name="connsiteX30" fmla="*/ 57458 w 93700"/>
                  <a:gd name="connsiteY30" fmla="*/ 111822 h 124197"/>
                  <a:gd name="connsiteX31" fmla="*/ 70054 w 93700"/>
                  <a:gd name="connsiteY31" fmla="*/ 105413 h 124197"/>
                  <a:gd name="connsiteX32" fmla="*/ 78673 w 93700"/>
                  <a:gd name="connsiteY32" fmla="*/ 95689 h 124197"/>
                  <a:gd name="connsiteX33" fmla="*/ 81767 w 93700"/>
                  <a:gd name="connsiteY33" fmla="*/ 83314 h 124197"/>
                  <a:gd name="connsiteX34" fmla="*/ 81767 w 93700"/>
                  <a:gd name="connsiteY34" fmla="*/ 62983 h 124197"/>
                  <a:gd name="connsiteX35" fmla="*/ 57016 w 93700"/>
                  <a:gd name="connsiteY35" fmla="*/ 62983 h 124197"/>
                  <a:gd name="connsiteX36" fmla="*/ 39336 w 93700"/>
                  <a:gd name="connsiteY36" fmla="*/ 64088 h 124197"/>
                  <a:gd name="connsiteX37" fmla="*/ 25193 w 93700"/>
                  <a:gd name="connsiteY37" fmla="*/ 68286 h 124197"/>
                  <a:gd name="connsiteX38" fmla="*/ 15690 w 93700"/>
                  <a:gd name="connsiteY38" fmla="*/ 76463 h 124197"/>
                  <a:gd name="connsiteX39" fmla="*/ 12155 w 93700"/>
                  <a:gd name="connsiteY39" fmla="*/ 89723 h 124197"/>
                  <a:gd name="connsiteX40" fmla="*/ 19447 w 93700"/>
                  <a:gd name="connsiteY40" fmla="*/ 107623 h 124197"/>
                  <a:gd name="connsiteX41" fmla="*/ 41767 w 93700"/>
                  <a:gd name="connsiteY41" fmla="*/ 114032 h 12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93700" h="124197">
                    <a:moveTo>
                      <a:pt x="40883" y="123976"/>
                    </a:moveTo>
                    <a:cubicBezTo>
                      <a:pt x="34917" y="123976"/>
                      <a:pt x="29392" y="123313"/>
                      <a:pt x="24309" y="121766"/>
                    </a:cubicBezTo>
                    <a:cubicBezTo>
                      <a:pt x="19226" y="120219"/>
                      <a:pt x="15027" y="118230"/>
                      <a:pt x="11492" y="115358"/>
                    </a:cubicBezTo>
                    <a:cubicBezTo>
                      <a:pt x="7956" y="112485"/>
                      <a:pt x="5083" y="108949"/>
                      <a:pt x="3094" y="104750"/>
                    </a:cubicBezTo>
                    <a:cubicBezTo>
                      <a:pt x="1105" y="100551"/>
                      <a:pt x="0" y="95468"/>
                      <a:pt x="0" y="89723"/>
                    </a:cubicBezTo>
                    <a:cubicBezTo>
                      <a:pt x="0" y="82872"/>
                      <a:pt x="1547" y="77126"/>
                      <a:pt x="4641" y="72485"/>
                    </a:cubicBezTo>
                    <a:cubicBezTo>
                      <a:pt x="7735" y="67844"/>
                      <a:pt x="11934" y="64088"/>
                      <a:pt x="17016" y="61215"/>
                    </a:cubicBezTo>
                    <a:cubicBezTo>
                      <a:pt x="22099" y="58342"/>
                      <a:pt x="28287" y="56353"/>
                      <a:pt x="35138" y="55248"/>
                    </a:cubicBezTo>
                    <a:cubicBezTo>
                      <a:pt x="41988" y="54143"/>
                      <a:pt x="49060" y="53480"/>
                      <a:pt x="56353" y="53480"/>
                    </a:cubicBezTo>
                    <a:lnTo>
                      <a:pt x="81546" y="53480"/>
                    </a:lnTo>
                    <a:lnTo>
                      <a:pt x="81546" y="42651"/>
                    </a:lnTo>
                    <a:cubicBezTo>
                      <a:pt x="81546" y="31381"/>
                      <a:pt x="79115" y="22983"/>
                      <a:pt x="74253" y="17900"/>
                    </a:cubicBezTo>
                    <a:cubicBezTo>
                      <a:pt x="69391" y="12817"/>
                      <a:pt x="61657" y="10387"/>
                      <a:pt x="51049" y="10387"/>
                    </a:cubicBezTo>
                    <a:cubicBezTo>
                      <a:pt x="41767" y="10387"/>
                      <a:pt x="34254" y="12375"/>
                      <a:pt x="28287" y="16574"/>
                    </a:cubicBezTo>
                    <a:cubicBezTo>
                      <a:pt x="22320" y="20773"/>
                      <a:pt x="18563" y="27182"/>
                      <a:pt x="17237" y="36022"/>
                    </a:cubicBezTo>
                    <a:lnTo>
                      <a:pt x="5304" y="36022"/>
                    </a:lnTo>
                    <a:cubicBezTo>
                      <a:pt x="5967" y="29613"/>
                      <a:pt x="7735" y="24309"/>
                      <a:pt x="10387" y="19668"/>
                    </a:cubicBezTo>
                    <a:cubicBezTo>
                      <a:pt x="13259" y="15027"/>
                      <a:pt x="16795" y="11271"/>
                      <a:pt x="20773" y="8398"/>
                    </a:cubicBezTo>
                    <a:cubicBezTo>
                      <a:pt x="24972" y="5525"/>
                      <a:pt x="29613" y="3315"/>
                      <a:pt x="34917" y="1989"/>
                    </a:cubicBezTo>
                    <a:cubicBezTo>
                      <a:pt x="40220" y="663"/>
                      <a:pt x="45745" y="0"/>
                      <a:pt x="51491" y="0"/>
                    </a:cubicBezTo>
                    <a:cubicBezTo>
                      <a:pt x="57900" y="0"/>
                      <a:pt x="63425" y="663"/>
                      <a:pt x="68728" y="2210"/>
                    </a:cubicBezTo>
                    <a:cubicBezTo>
                      <a:pt x="74032" y="3757"/>
                      <a:pt x="78231" y="6188"/>
                      <a:pt x="81988" y="9724"/>
                    </a:cubicBezTo>
                    <a:cubicBezTo>
                      <a:pt x="85745" y="13259"/>
                      <a:pt x="88618" y="17679"/>
                      <a:pt x="90607" y="22983"/>
                    </a:cubicBezTo>
                    <a:cubicBezTo>
                      <a:pt x="92596" y="28287"/>
                      <a:pt x="93700" y="34917"/>
                      <a:pt x="93700" y="42651"/>
                    </a:cubicBezTo>
                    <a:lnTo>
                      <a:pt x="93700" y="122429"/>
                    </a:lnTo>
                    <a:lnTo>
                      <a:pt x="81546" y="122429"/>
                    </a:lnTo>
                    <a:lnTo>
                      <a:pt x="81546" y="104087"/>
                    </a:lnTo>
                    <a:cubicBezTo>
                      <a:pt x="77789" y="109833"/>
                      <a:pt x="72485" y="114695"/>
                      <a:pt x="65856" y="118451"/>
                    </a:cubicBezTo>
                    <a:cubicBezTo>
                      <a:pt x="59226" y="122208"/>
                      <a:pt x="50828" y="124197"/>
                      <a:pt x="40663" y="124197"/>
                    </a:cubicBezTo>
                    <a:close/>
                    <a:moveTo>
                      <a:pt x="41988" y="114032"/>
                    </a:moveTo>
                    <a:cubicBezTo>
                      <a:pt x="47513" y="114032"/>
                      <a:pt x="52596" y="113369"/>
                      <a:pt x="57458" y="111822"/>
                    </a:cubicBezTo>
                    <a:cubicBezTo>
                      <a:pt x="62320" y="110275"/>
                      <a:pt x="66519" y="108065"/>
                      <a:pt x="70054" y="105413"/>
                    </a:cubicBezTo>
                    <a:cubicBezTo>
                      <a:pt x="73590" y="102761"/>
                      <a:pt x="76463" y="99446"/>
                      <a:pt x="78673" y="95689"/>
                    </a:cubicBezTo>
                    <a:cubicBezTo>
                      <a:pt x="80662" y="91932"/>
                      <a:pt x="81767" y="87955"/>
                      <a:pt x="81767" y="83314"/>
                    </a:cubicBezTo>
                    <a:lnTo>
                      <a:pt x="81767" y="62983"/>
                    </a:lnTo>
                    <a:lnTo>
                      <a:pt x="57016" y="62983"/>
                    </a:lnTo>
                    <a:cubicBezTo>
                      <a:pt x="50607" y="62983"/>
                      <a:pt x="44861" y="63425"/>
                      <a:pt x="39336" y="64088"/>
                    </a:cubicBezTo>
                    <a:cubicBezTo>
                      <a:pt x="33812" y="64751"/>
                      <a:pt x="29171" y="66297"/>
                      <a:pt x="25193" y="68286"/>
                    </a:cubicBezTo>
                    <a:cubicBezTo>
                      <a:pt x="21215" y="70275"/>
                      <a:pt x="18121" y="72927"/>
                      <a:pt x="15690" y="76463"/>
                    </a:cubicBezTo>
                    <a:cubicBezTo>
                      <a:pt x="13481" y="79999"/>
                      <a:pt x="12155" y="84419"/>
                      <a:pt x="12155" y="89723"/>
                    </a:cubicBezTo>
                    <a:cubicBezTo>
                      <a:pt x="12155" y="97457"/>
                      <a:pt x="14586" y="103424"/>
                      <a:pt x="19447" y="107623"/>
                    </a:cubicBezTo>
                    <a:cubicBezTo>
                      <a:pt x="24309" y="111822"/>
                      <a:pt x="31602" y="114032"/>
                      <a:pt x="41767" y="1140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1ECB4EB-27DF-FC37-7C11-9630769B7E4B}"/>
                  </a:ext>
                </a:extLst>
              </p:cNvPr>
              <p:cNvSpPr/>
              <p:nvPr/>
            </p:nvSpPr>
            <p:spPr>
              <a:xfrm>
                <a:off x="10187455" y="2225332"/>
                <a:ext cx="171710" cy="122429"/>
              </a:xfrm>
              <a:custGeom>
                <a:avLst/>
                <a:gdLst>
                  <a:gd name="connsiteX0" fmla="*/ 0 w 171710"/>
                  <a:gd name="connsiteY0" fmla="*/ 1989 h 122429"/>
                  <a:gd name="connsiteX1" fmla="*/ 12155 w 171710"/>
                  <a:gd name="connsiteY1" fmla="*/ 1989 h 122429"/>
                  <a:gd name="connsiteX2" fmla="*/ 12155 w 171710"/>
                  <a:gd name="connsiteY2" fmla="*/ 24751 h 122429"/>
                  <a:gd name="connsiteX3" fmla="*/ 17900 w 171710"/>
                  <a:gd name="connsiteY3" fmla="*/ 15469 h 122429"/>
                  <a:gd name="connsiteX4" fmla="*/ 26519 w 171710"/>
                  <a:gd name="connsiteY4" fmla="*/ 7514 h 122429"/>
                  <a:gd name="connsiteX5" fmla="*/ 37790 w 171710"/>
                  <a:gd name="connsiteY5" fmla="*/ 1989 h 122429"/>
                  <a:gd name="connsiteX6" fmla="*/ 51491 w 171710"/>
                  <a:gd name="connsiteY6" fmla="*/ 0 h 122429"/>
                  <a:gd name="connsiteX7" fmla="*/ 74695 w 171710"/>
                  <a:gd name="connsiteY7" fmla="*/ 6188 h 122429"/>
                  <a:gd name="connsiteX8" fmla="*/ 88397 w 171710"/>
                  <a:gd name="connsiteY8" fmla="*/ 26961 h 122429"/>
                  <a:gd name="connsiteX9" fmla="*/ 105855 w 171710"/>
                  <a:gd name="connsiteY9" fmla="*/ 7072 h 122429"/>
                  <a:gd name="connsiteX10" fmla="*/ 131269 w 171710"/>
                  <a:gd name="connsiteY10" fmla="*/ 0 h 122429"/>
                  <a:gd name="connsiteX11" fmla="*/ 147401 w 171710"/>
                  <a:gd name="connsiteY11" fmla="*/ 2431 h 122429"/>
                  <a:gd name="connsiteX12" fmla="*/ 160219 w 171710"/>
                  <a:gd name="connsiteY12" fmla="*/ 10608 h 122429"/>
                  <a:gd name="connsiteX13" fmla="*/ 168617 w 171710"/>
                  <a:gd name="connsiteY13" fmla="*/ 25193 h 122429"/>
                  <a:gd name="connsiteX14" fmla="*/ 171711 w 171710"/>
                  <a:gd name="connsiteY14" fmla="*/ 47071 h 122429"/>
                  <a:gd name="connsiteX15" fmla="*/ 171711 w 171710"/>
                  <a:gd name="connsiteY15" fmla="*/ 122429 h 122429"/>
                  <a:gd name="connsiteX16" fmla="*/ 159556 w 171710"/>
                  <a:gd name="connsiteY16" fmla="*/ 122429 h 122429"/>
                  <a:gd name="connsiteX17" fmla="*/ 159556 w 171710"/>
                  <a:gd name="connsiteY17" fmla="*/ 46408 h 122429"/>
                  <a:gd name="connsiteX18" fmla="*/ 151821 w 171710"/>
                  <a:gd name="connsiteY18" fmla="*/ 18784 h 122429"/>
                  <a:gd name="connsiteX19" fmla="*/ 129501 w 171710"/>
                  <a:gd name="connsiteY19" fmla="*/ 10608 h 122429"/>
                  <a:gd name="connsiteX20" fmla="*/ 115800 w 171710"/>
                  <a:gd name="connsiteY20" fmla="*/ 13039 h 122429"/>
                  <a:gd name="connsiteX21" fmla="*/ 103866 w 171710"/>
                  <a:gd name="connsiteY21" fmla="*/ 20331 h 122429"/>
                  <a:gd name="connsiteX22" fmla="*/ 95248 w 171710"/>
                  <a:gd name="connsiteY22" fmla="*/ 32265 h 122429"/>
                  <a:gd name="connsiteX23" fmla="*/ 91933 w 171710"/>
                  <a:gd name="connsiteY23" fmla="*/ 48839 h 122429"/>
                  <a:gd name="connsiteX24" fmla="*/ 91933 w 171710"/>
                  <a:gd name="connsiteY24" fmla="*/ 122429 h 122429"/>
                  <a:gd name="connsiteX25" fmla="*/ 79778 w 171710"/>
                  <a:gd name="connsiteY25" fmla="*/ 122429 h 122429"/>
                  <a:gd name="connsiteX26" fmla="*/ 79778 w 171710"/>
                  <a:gd name="connsiteY26" fmla="*/ 46408 h 122429"/>
                  <a:gd name="connsiteX27" fmla="*/ 72043 w 171710"/>
                  <a:gd name="connsiteY27" fmla="*/ 18784 h 122429"/>
                  <a:gd name="connsiteX28" fmla="*/ 49723 w 171710"/>
                  <a:gd name="connsiteY28" fmla="*/ 10608 h 122429"/>
                  <a:gd name="connsiteX29" fmla="*/ 36022 w 171710"/>
                  <a:gd name="connsiteY29" fmla="*/ 13039 h 122429"/>
                  <a:gd name="connsiteX30" fmla="*/ 24088 w 171710"/>
                  <a:gd name="connsiteY30" fmla="*/ 20331 h 122429"/>
                  <a:gd name="connsiteX31" fmla="*/ 15470 w 171710"/>
                  <a:gd name="connsiteY31" fmla="*/ 32265 h 122429"/>
                  <a:gd name="connsiteX32" fmla="*/ 12155 w 171710"/>
                  <a:gd name="connsiteY32" fmla="*/ 48839 h 122429"/>
                  <a:gd name="connsiteX33" fmla="*/ 12155 w 171710"/>
                  <a:gd name="connsiteY33" fmla="*/ 122429 h 122429"/>
                  <a:gd name="connsiteX34" fmla="*/ 0 w 171710"/>
                  <a:gd name="connsiteY34" fmla="*/ 122429 h 122429"/>
                  <a:gd name="connsiteX35" fmla="*/ 0 w 171710"/>
                  <a:gd name="connsiteY35" fmla="*/ 1989 h 12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1710" h="122429">
                    <a:moveTo>
                      <a:pt x="0" y="1989"/>
                    </a:moveTo>
                    <a:lnTo>
                      <a:pt x="12155" y="1989"/>
                    </a:lnTo>
                    <a:lnTo>
                      <a:pt x="12155" y="24751"/>
                    </a:lnTo>
                    <a:cubicBezTo>
                      <a:pt x="13481" y="21436"/>
                      <a:pt x="15470" y="18342"/>
                      <a:pt x="17900" y="15469"/>
                    </a:cubicBezTo>
                    <a:cubicBezTo>
                      <a:pt x="20331" y="12376"/>
                      <a:pt x="23204" y="9724"/>
                      <a:pt x="26519" y="7514"/>
                    </a:cubicBezTo>
                    <a:cubicBezTo>
                      <a:pt x="29834" y="5304"/>
                      <a:pt x="33591" y="3315"/>
                      <a:pt x="37790" y="1989"/>
                    </a:cubicBezTo>
                    <a:cubicBezTo>
                      <a:pt x="41988" y="663"/>
                      <a:pt x="46629" y="0"/>
                      <a:pt x="51491" y="0"/>
                    </a:cubicBezTo>
                    <a:cubicBezTo>
                      <a:pt x="60552" y="0"/>
                      <a:pt x="68286" y="1989"/>
                      <a:pt x="74695" y="6188"/>
                    </a:cubicBezTo>
                    <a:cubicBezTo>
                      <a:pt x="81104" y="10387"/>
                      <a:pt x="85745" y="17237"/>
                      <a:pt x="88397" y="26961"/>
                    </a:cubicBezTo>
                    <a:cubicBezTo>
                      <a:pt x="92153" y="18342"/>
                      <a:pt x="98120" y="11713"/>
                      <a:pt x="105855" y="7072"/>
                    </a:cubicBezTo>
                    <a:cubicBezTo>
                      <a:pt x="113590" y="2431"/>
                      <a:pt x="122208" y="0"/>
                      <a:pt x="131269" y="0"/>
                    </a:cubicBezTo>
                    <a:cubicBezTo>
                      <a:pt x="137015" y="0"/>
                      <a:pt x="142540" y="884"/>
                      <a:pt x="147401" y="2431"/>
                    </a:cubicBezTo>
                    <a:cubicBezTo>
                      <a:pt x="152263" y="4199"/>
                      <a:pt x="156683" y="6851"/>
                      <a:pt x="160219" y="10608"/>
                    </a:cubicBezTo>
                    <a:cubicBezTo>
                      <a:pt x="163755" y="14364"/>
                      <a:pt x="166628" y="19226"/>
                      <a:pt x="168617" y="25193"/>
                    </a:cubicBezTo>
                    <a:cubicBezTo>
                      <a:pt x="170606" y="31160"/>
                      <a:pt x="171711" y="38453"/>
                      <a:pt x="171711" y="47071"/>
                    </a:cubicBezTo>
                    <a:lnTo>
                      <a:pt x="171711" y="122429"/>
                    </a:lnTo>
                    <a:lnTo>
                      <a:pt x="159556" y="122429"/>
                    </a:lnTo>
                    <a:lnTo>
                      <a:pt x="159556" y="46408"/>
                    </a:lnTo>
                    <a:cubicBezTo>
                      <a:pt x="159556" y="33591"/>
                      <a:pt x="156904" y="24309"/>
                      <a:pt x="151821" y="18784"/>
                    </a:cubicBezTo>
                    <a:cubicBezTo>
                      <a:pt x="146518" y="13260"/>
                      <a:pt x="139225" y="10608"/>
                      <a:pt x="129501" y="10608"/>
                    </a:cubicBezTo>
                    <a:cubicBezTo>
                      <a:pt x="124860" y="10608"/>
                      <a:pt x="120441" y="11492"/>
                      <a:pt x="115800" y="13039"/>
                    </a:cubicBezTo>
                    <a:cubicBezTo>
                      <a:pt x="111159" y="14585"/>
                      <a:pt x="107402" y="17016"/>
                      <a:pt x="103866" y="20331"/>
                    </a:cubicBezTo>
                    <a:cubicBezTo>
                      <a:pt x="100330" y="23646"/>
                      <a:pt x="97457" y="27624"/>
                      <a:pt x="95248" y="32265"/>
                    </a:cubicBezTo>
                    <a:cubicBezTo>
                      <a:pt x="93037" y="37127"/>
                      <a:pt x="91933" y="42651"/>
                      <a:pt x="91933" y="48839"/>
                    </a:cubicBezTo>
                    <a:lnTo>
                      <a:pt x="91933" y="122429"/>
                    </a:lnTo>
                    <a:lnTo>
                      <a:pt x="79778" y="122429"/>
                    </a:lnTo>
                    <a:lnTo>
                      <a:pt x="79778" y="46408"/>
                    </a:lnTo>
                    <a:cubicBezTo>
                      <a:pt x="79778" y="33591"/>
                      <a:pt x="77126" y="24309"/>
                      <a:pt x="72043" y="18784"/>
                    </a:cubicBezTo>
                    <a:cubicBezTo>
                      <a:pt x="66740" y="13260"/>
                      <a:pt x="59447" y="10608"/>
                      <a:pt x="49723" y="10608"/>
                    </a:cubicBezTo>
                    <a:cubicBezTo>
                      <a:pt x="45082" y="10608"/>
                      <a:pt x="40663" y="11492"/>
                      <a:pt x="36022" y="13039"/>
                    </a:cubicBezTo>
                    <a:cubicBezTo>
                      <a:pt x="31381" y="14585"/>
                      <a:pt x="27624" y="17016"/>
                      <a:pt x="24088" y="20331"/>
                    </a:cubicBezTo>
                    <a:cubicBezTo>
                      <a:pt x="20552" y="23646"/>
                      <a:pt x="17679" y="27624"/>
                      <a:pt x="15470" y="32265"/>
                    </a:cubicBezTo>
                    <a:cubicBezTo>
                      <a:pt x="13259" y="37127"/>
                      <a:pt x="12155" y="42651"/>
                      <a:pt x="12155" y="48839"/>
                    </a:cubicBezTo>
                    <a:lnTo>
                      <a:pt x="12155" y="122429"/>
                    </a:lnTo>
                    <a:lnTo>
                      <a:pt x="0" y="122429"/>
                    </a:lnTo>
                    <a:lnTo>
                      <a:pt x="0" y="1989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US"/>
              </a:p>
            </p:txBody>
          </p:sp>
        </p:grpSp>
      </p:grpSp>
      <p:sp>
        <p:nvSpPr>
          <p:cNvPr id="5" name="Grafik 9">
            <a:extLst>
              <a:ext uri="{FF2B5EF4-FFF2-40B4-BE49-F238E27FC236}">
                <a16:creationId xmlns:a16="http://schemas.microsoft.com/office/drawing/2014/main" id="{FB9346A0-AB76-9C3E-183E-A385BDEB7E2D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bg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9891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F381333-9809-4E7C-9F98-83878FDDC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3656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4" imgH="424" progId="TCLayout.ActiveDocument.1">
                  <p:embed/>
                </p:oleObj>
              </mc:Choice>
              <mc:Fallback>
                <p:oleObj name="think-cell Slide" r:id="rId4" imgW="424" imgH="42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F381333-9809-4E7C-9F98-83878FDDC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622887E3-2F27-45BD-8C97-346288C72FC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1" i="0" baseline="0">
              <a:latin typeface="Graphik Bold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E477FC8-730E-4AD2-93AE-93D90AE26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410369"/>
          </a:xfrm>
        </p:spPr>
        <p:txBody>
          <a:bodyPr vert="horz" lIns="0" tIns="0" rIns="0" bIns="0">
            <a:spAutoFit/>
          </a:bodyPr>
          <a:lstStyle>
            <a:lvl1pPr rtl="0">
              <a:lnSpc>
                <a:spcPts val="3200"/>
              </a:lnSpc>
              <a:defRPr sz="3200"/>
            </a:lvl1pPr>
          </a:lstStyle>
          <a:p>
            <a:r>
              <a:rPr lang="en-US"/>
              <a:t>Place headline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8054B03-F2B9-4B99-ABF8-9EEA29BC37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33" y="814519"/>
            <a:ext cx="11429999" cy="21800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2286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kern="1200" dirty="0">
                <a:solidFill>
                  <a:srgbClr val="7500C0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solidFill>
                  <a:srgbClr val="FF0000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537F9-0E2C-43EA-A139-5F14195D6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rtl="0">
              <a:defRPr lang="en-US" sz="800" smtClean="0">
                <a:solidFill>
                  <a:schemeClr val="tx1"/>
                </a:solidFill>
                <a:latin typeface="+mj-lt"/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794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1_Title and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906327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017EFF-5632-7194-0796-A29C0ABE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728924"/>
          </a:xfrm>
        </p:spPr>
        <p:txBody>
          <a:bodyPr vert="horz"/>
          <a:lstStyle>
            <a:lvl1pPr rtl="0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E85EFE8-B14E-4A14-7F6D-BA8FB1541F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173357"/>
            <a:ext cx="11430000" cy="196977"/>
          </a:xfrm>
        </p:spPr>
        <p:txBody>
          <a:bodyPr>
            <a:spAutoFit/>
          </a:bodyPr>
          <a:lstStyle>
            <a:lvl1pPr rtl="0">
              <a:defRPr lang="en-US" sz="1600" b="1" i="0" kern="1200" cap="none" spc="0" baseline="0" dirty="0" smtClean="0">
                <a:solidFill>
                  <a:schemeClr val="accent3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97687F9-AE0D-9300-A8E1-B2DDBCE0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56744-6B5E-4751-95CE-C91B31439BBD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8" name="Grafik 9">
            <a:extLst>
              <a:ext uri="{FF2B5EF4-FFF2-40B4-BE49-F238E27FC236}">
                <a16:creationId xmlns:a16="http://schemas.microsoft.com/office/drawing/2014/main" id="{2E3DD377-1381-A7FA-F0D8-9E4737601DD2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9672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_Layout_Tit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A39B5AF-E5B0-10B7-B4D1-693FC69E17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5352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39B5AF-E5B0-10B7-B4D1-693FC69E1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9750BA6-3BD3-43D4-92C6-A1A38869B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70580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EEAADB-4671-465D-AE09-CF767FAB5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B60DBB4-A363-4BD4-9110-F76AE70458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086803"/>
            <a:ext cx="11430000" cy="288925"/>
          </a:xfrm>
        </p:spPr>
        <p:txBody>
          <a:bodyPr anchor="b">
            <a:noAutofit/>
          </a:bodyPr>
          <a:lstStyle>
            <a:lvl1pPr rtl="0">
              <a:lnSpc>
                <a:spcPct val="80000"/>
              </a:lnSpc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91303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A4C41C19-0E53-0EB5-2CD7-745C6FA19E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4339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C41C19-0E53-0EB5-2CD7-745C6FA19E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7813AF-9C57-7D99-136B-E1C2BF753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540000"/>
            <a:ext cx="11448000" cy="720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6D226B-F87C-996F-5EC0-E87C368D9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61A684-BED3-5AF1-9475-3B6C31A62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169D16-E8C1-0593-F205-C9B1842DA0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366838"/>
            <a:ext cx="5544000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5F9EF7D5-160A-31B7-027C-B25724FD7D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63999" y="1366838"/>
            <a:ext cx="5544000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E18EC75D-2CF0-EFAB-CD44-F94D7C669A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86135"/>
            <a:ext cx="11447462" cy="354012"/>
          </a:xfrm>
        </p:spPr>
        <p:txBody>
          <a:bodyPr wrap="square" lIns="18000" tIns="0" rIns="0" bIns="0" anchor="t" anchorCtr="0">
            <a:noAutofit/>
          </a:bodyPr>
          <a:lstStyle>
            <a:lvl1pPr marL="0" indent="0" algn="l" rtl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200" b="0" i="0">
                <a:solidFill>
                  <a:srgbClr val="A100FF"/>
                </a:solidFill>
                <a:latin typeface="Graphik Light" panose="020B0403030202060203" pitchFamily="34" charset="0"/>
              </a:defRPr>
            </a:lvl1pPr>
          </a:lstStyle>
          <a:p>
            <a:pPr lvl="0"/>
            <a:r>
              <a:rPr lang="en-US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155707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1757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fik 13" descr="Ein Bild, das Natur, Wolke, Nachthimmel enthält.&#10;&#10;Automatisch generierte Beschreibung">
            <a:extLst>
              <a:ext uri="{FF2B5EF4-FFF2-40B4-BE49-F238E27FC236}">
                <a16:creationId xmlns:a16="http://schemas.microsoft.com/office/drawing/2014/main" id="{1CDA1426-D06F-20D1-5D24-84470B118C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79E6C1-1703-4D13-888D-11A6ABDD72FB}"/>
              </a:ext>
            </a:extLst>
          </p:cNvPr>
          <p:cNvSpPr/>
          <p:nvPr userDrawn="1"/>
        </p:nvSpPr>
        <p:spPr>
          <a:xfrm>
            <a:off x="105104" y="107731"/>
            <a:ext cx="11981793" cy="6642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0C92A59-A821-4CB2-8359-C50BCE6BC5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1592263"/>
            <a:ext cx="11430000" cy="4465637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1600" dirty="0" smtClean="0">
                <a:solidFill>
                  <a:schemeClr val="accent3"/>
                </a:solidFill>
              </a:defRPr>
            </a:lvl1pPr>
            <a:lvl2pPr marL="182875" rtl="0">
              <a:defRPr lang="en-US" sz="1400" dirty="0" smtClean="0"/>
            </a:lvl2pPr>
            <a:lvl3pPr marL="365751" rtl="0">
              <a:defRPr lang="en-US" sz="1400" dirty="0" smtClean="0"/>
            </a:lvl3pPr>
            <a:lvl4pPr rtl="0">
              <a:defRPr lang="en-US" sz="1400" dirty="0" smtClean="0"/>
            </a:lvl4pPr>
            <a:lvl5pPr rtl="0"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152B79-DE8B-344A-AB6B-26B658289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38168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284D7-7309-762D-FE47-83CF8899B3E7}"/>
              </a:ext>
            </a:extLst>
          </p:cNvPr>
          <p:cNvSpPr txBox="1">
            <a:spLocks/>
          </p:cNvSpPr>
          <p:nvPr userDrawn="1"/>
        </p:nvSpPr>
        <p:spPr>
          <a:xfrm>
            <a:off x="5580343" y="6418834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9" name="Grafik 9">
            <a:extLst>
              <a:ext uri="{FF2B5EF4-FFF2-40B4-BE49-F238E27FC236}">
                <a16:creationId xmlns:a16="http://schemas.microsoft.com/office/drawing/2014/main" id="{AB9DCADF-6618-577D-9B23-E9F210B989D4}"/>
              </a:ext>
            </a:extLst>
          </p:cNvPr>
          <p:cNvSpPr/>
          <p:nvPr userDrawn="1"/>
        </p:nvSpPr>
        <p:spPr>
          <a:xfrm>
            <a:off x="383494" y="6358912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EE46C6CD-80B9-B670-4133-3141D75B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728924"/>
          </a:xfrm>
        </p:spPr>
        <p:txBody>
          <a:bodyPr vert="horz"/>
          <a:lstStyle>
            <a:lvl1pPr rtl="0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01EAA915-70ED-0309-332B-A83C7AC4CF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173357"/>
            <a:ext cx="11430000" cy="196977"/>
          </a:xfrm>
        </p:spPr>
        <p:txBody>
          <a:bodyPr>
            <a:spAutoFit/>
          </a:bodyPr>
          <a:lstStyle>
            <a:lvl1pPr rtl="0">
              <a:defRPr lang="en-US" sz="1600" b="1" i="0" kern="1200" cap="none" spc="0" baseline="0" dirty="0" smtClean="0">
                <a:solidFill>
                  <a:schemeClr val="accent3"/>
                </a:solidFill>
                <a:latin typeface="Graphik Semibold" panose="020B0703030202060203" pitchFamily="34" charset="0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89070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29549BC-8A60-988C-BE9A-0B713A6B8D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809043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29549BC-8A60-988C-BE9A-0B713A6B8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D6C0BB5-9CE7-DE0E-C36F-E52740EC4DB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07988" y="4631674"/>
            <a:ext cx="5548313" cy="24455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rtl="0">
              <a:lnSpc>
                <a:spcPct val="120000"/>
              </a:lnSpc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Allianz Neo Regular" panose="020B0504020203020204" pitchFamily="34" charset="77"/>
              </a:defRPr>
            </a:lvl1pPr>
          </a:lstStyle>
          <a:p>
            <a:pPr lvl="0"/>
            <a:r>
              <a:rPr lang="en-US"/>
              <a:t>Descriptive text.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109907-03BA-A71D-60F9-4950214736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60350"/>
            <a:ext cx="10440987" cy="360362"/>
          </a:xfrm>
          <a:prstGeom prst="rect">
            <a:avLst/>
          </a:prstGeom>
        </p:spPr>
        <p:txBody>
          <a:bodyPr lIns="0"/>
          <a:lstStyle>
            <a:lvl1pPr rtl="0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Date </a:t>
            </a:r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93A7A0B-DBDF-730C-338C-6BEF887A2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7" y="1886276"/>
            <a:ext cx="10574648" cy="1325563"/>
          </a:xfrm>
          <a:prstGeom prst="rect">
            <a:avLst/>
          </a:prstGeom>
        </p:spPr>
        <p:txBody>
          <a:bodyPr vert="horz"/>
          <a:lstStyle>
            <a:lvl1pPr rtl="0"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04C94-B4E2-0532-A65F-60827A84093A}"/>
              </a:ext>
            </a:extLst>
          </p:cNvPr>
          <p:cNvSpPr txBox="1"/>
          <p:nvPr userDrawn="1"/>
        </p:nvSpPr>
        <p:spPr>
          <a:xfrm>
            <a:off x="11461173" y="5611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4CE200-2A96-FDF3-C9CE-72A300A4DC1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426325" y="4303713"/>
            <a:ext cx="3044825" cy="1484312"/>
          </a:xfrm>
          <a:prstGeom prst="rect">
            <a:avLst/>
          </a:prstGeom>
        </p:spPr>
        <p:txBody>
          <a:bodyPr/>
          <a:lstStyle>
            <a:lvl1pPr rtl="0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800" b="1" kern="0"/>
              <a:t>Allianz Partners </a:t>
            </a:r>
            <a:r>
              <a:rPr lang="en-US" sz="1800" b="1" kern="0">
                <a:solidFill>
                  <a:schemeClr val="bg2"/>
                </a:solidFill>
              </a:rPr>
              <a:t> </a:t>
            </a:r>
            <a:r>
              <a:rPr lang="en-US" sz="1800" kern="0">
                <a:solidFill>
                  <a:schemeClr val="bg2"/>
                </a:solidFill>
              </a:rPr>
              <a:t>&gt;  </a:t>
            </a:r>
            <a:r>
              <a:rPr lang="en-US" sz="1800" kern="0"/>
              <a:t>chapter name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5A44C6-AB5E-FD84-94B6-BC1697BF2D94}"/>
              </a:ext>
            </a:extLst>
          </p:cNvPr>
          <p:cNvGrpSpPr/>
          <p:nvPr userDrawn="1"/>
        </p:nvGrpSpPr>
        <p:grpSpPr>
          <a:xfrm>
            <a:off x="409676" y="6493747"/>
            <a:ext cx="1403972" cy="172714"/>
            <a:chOff x="409676" y="6493747"/>
            <a:chExt cx="1403972" cy="172714"/>
          </a:xfrm>
        </p:grpSpPr>
        <p:pic>
          <p:nvPicPr>
            <p:cNvPr id="10" name="Logo_Alpha-Gradient-V2 (1).ai" descr="Logo_Alpha-Gradient-V2 (1).ai">
              <a:extLst>
                <a:ext uri="{FF2B5EF4-FFF2-40B4-BE49-F238E27FC236}">
                  <a16:creationId xmlns:a16="http://schemas.microsoft.com/office/drawing/2014/main" id="{4B4BDCA1-E4CA-FB74-E3E8-6F0CDF024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9676" y="6504460"/>
              <a:ext cx="760374" cy="162001"/>
            </a:xfrm>
            <a:prstGeom prst="rect">
              <a:avLst/>
            </a:prstGeom>
            <a:ln w="3175">
              <a:miter lim="400000"/>
            </a:ln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9B57B2-C3E7-1322-8743-1A432B8F07F2}"/>
                </a:ext>
              </a:extLst>
            </p:cNvPr>
            <p:cNvGrpSpPr/>
            <p:nvPr userDrawn="1"/>
          </p:nvGrpSpPr>
          <p:grpSpPr>
            <a:xfrm>
              <a:off x="1243044" y="6493747"/>
              <a:ext cx="570604" cy="158750"/>
              <a:chOff x="1243044" y="6493747"/>
              <a:chExt cx="570604" cy="158750"/>
            </a:xfrm>
          </p:grpSpPr>
          <p:pic>
            <p:nvPicPr>
              <p:cNvPr id="13" name="Grafik 6">
                <a:extLst>
                  <a:ext uri="{FF2B5EF4-FFF2-40B4-BE49-F238E27FC236}">
                    <a16:creationId xmlns:a16="http://schemas.microsoft.com/office/drawing/2014/main" id="{264587B2-F5CA-43BB-4E1F-39B920D4C60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79538" y="6515065"/>
                <a:ext cx="434110" cy="1074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7D1DBE-C70C-66E5-F798-B8D8B5A2160C}"/>
                  </a:ext>
                </a:extLst>
              </p:cNvPr>
              <p:cNvSpPr txBox="1"/>
              <p:nvPr userDrawn="1"/>
            </p:nvSpPr>
            <p:spPr>
              <a:xfrm>
                <a:off x="1243044" y="6493747"/>
                <a:ext cx="63501" cy="158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0">
                <a:noAutofit/>
              </a:bodyPr>
              <a:lstStyle/>
              <a:p>
                <a:pPr algn="l" defTabSz="1218910" rtl="0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9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1184515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907930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25">
            <a:extLst>
              <a:ext uri="{FF2B5EF4-FFF2-40B4-BE49-F238E27FC236}">
                <a16:creationId xmlns:a16="http://schemas.microsoft.com/office/drawing/2014/main" id="{C41C38CB-80A5-B799-A0B8-D4F187E2F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9538" y="967512"/>
            <a:ext cx="1763712" cy="877163"/>
          </a:xfrm>
          <a:prstGeom prst="rect">
            <a:avLst/>
          </a:prstGeom>
        </p:spPr>
        <p:txBody>
          <a:bodyPr wrap="square" bIns="0">
            <a:spAutoFit/>
          </a:bodyPr>
          <a:lstStyle>
            <a:lvl1pPr rtl="0">
              <a:defRPr sz="5400" b="0" i="0">
                <a:solidFill>
                  <a:schemeClr val="bg1"/>
                </a:solidFill>
                <a:latin typeface="Allianz Neo Regular" panose="020B0504020203020204" pitchFamily="34" charset="77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D9A48D-34A9-A85E-DA50-5AFF0A492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538" y="2140575"/>
            <a:ext cx="10515600" cy="1843005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defRPr sz="125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Chapter-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63BFF-A73F-6C1A-5D0E-0305E71AAA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1130817364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ub-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072750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25">
            <a:extLst>
              <a:ext uri="{FF2B5EF4-FFF2-40B4-BE49-F238E27FC236}">
                <a16:creationId xmlns:a16="http://schemas.microsoft.com/office/drawing/2014/main" id="{C41C38CB-80A5-B799-A0B8-D4F187E2F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9538" y="967512"/>
            <a:ext cx="1763712" cy="877163"/>
          </a:xfrm>
          <a:prstGeom prst="rect">
            <a:avLst/>
          </a:prstGeom>
        </p:spPr>
        <p:txBody>
          <a:bodyPr wrap="square" bIns="0">
            <a:spAutoFit/>
          </a:bodyPr>
          <a:lstStyle>
            <a:lvl1pPr rtl="0">
              <a:defRPr sz="5400" b="0" i="0">
                <a:solidFill>
                  <a:schemeClr val="bg1"/>
                </a:solidFill>
                <a:latin typeface="Allianz Neo Regular" panose="020B0504020203020204" pitchFamily="34" charset="77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D9A48D-34A9-A85E-DA50-5AFF0A492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538" y="2140575"/>
            <a:ext cx="10515600" cy="1142749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Sub-chapter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8F6EB-E159-69BC-66E9-774927798D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3E9EEB-566E-E9D2-9CC2-41F979519A87}"/>
              </a:ext>
            </a:extLst>
          </p:cNvPr>
          <p:cNvGrpSpPr/>
          <p:nvPr userDrawn="1"/>
        </p:nvGrpSpPr>
        <p:grpSpPr>
          <a:xfrm>
            <a:off x="409676" y="6493747"/>
            <a:ext cx="1403972" cy="172714"/>
            <a:chOff x="409676" y="6493747"/>
            <a:chExt cx="1403972" cy="172714"/>
          </a:xfrm>
        </p:grpSpPr>
        <p:pic>
          <p:nvPicPr>
            <p:cNvPr id="8" name="Logo_Alpha-Gradient-V2 (1).ai" descr="Logo_Alpha-Gradient-V2 (1).ai">
              <a:extLst>
                <a:ext uri="{FF2B5EF4-FFF2-40B4-BE49-F238E27FC236}">
                  <a16:creationId xmlns:a16="http://schemas.microsoft.com/office/drawing/2014/main" id="{64941009-B793-3786-7AD0-FC2F6A1020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9676" y="6504460"/>
              <a:ext cx="760374" cy="162001"/>
            </a:xfrm>
            <a:prstGeom prst="rect">
              <a:avLst/>
            </a:prstGeom>
            <a:ln w="3175">
              <a:miter lim="400000"/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C5E9F6-8A81-28D2-74E8-FAB366CFA05F}"/>
                </a:ext>
              </a:extLst>
            </p:cNvPr>
            <p:cNvGrpSpPr/>
            <p:nvPr userDrawn="1"/>
          </p:nvGrpSpPr>
          <p:grpSpPr>
            <a:xfrm>
              <a:off x="1243044" y="6493747"/>
              <a:ext cx="570604" cy="158750"/>
              <a:chOff x="1243044" y="6493747"/>
              <a:chExt cx="570604" cy="158750"/>
            </a:xfrm>
          </p:grpSpPr>
          <p:pic>
            <p:nvPicPr>
              <p:cNvPr id="10" name="Grafik 6">
                <a:extLst>
                  <a:ext uri="{FF2B5EF4-FFF2-40B4-BE49-F238E27FC236}">
                    <a16:creationId xmlns:a16="http://schemas.microsoft.com/office/drawing/2014/main" id="{2EA48D63-E72A-B44F-F216-115D17ADA1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79538" y="6515065"/>
                <a:ext cx="434110" cy="1074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9CF114-FC50-1E2A-0094-9AA4DB13B419}"/>
                  </a:ext>
                </a:extLst>
              </p:cNvPr>
              <p:cNvSpPr txBox="1"/>
              <p:nvPr userDrawn="1"/>
            </p:nvSpPr>
            <p:spPr>
              <a:xfrm>
                <a:off x="1243044" y="6493747"/>
                <a:ext cx="63501" cy="158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0">
                <a:noAutofit/>
              </a:bodyPr>
              <a:lstStyle/>
              <a:p>
                <a:pPr algn="l" defTabSz="1218910" rtl="0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9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8950752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0B72EC3-7F83-3F85-26A7-B18A1FE2DA8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100000">
                <a:srgbClr val="34A7E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398" bIns="91398" rtlCol="0" anchor="ctr"/>
          <a:lstStyle/>
          <a:p>
            <a:pPr algn="ctr" defTabSz="914217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  <a:latin typeface="Graphik-Light"/>
            </a:endParaRP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918283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08B970-EFED-DC22-0468-A321EFB9EA4F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383122" y="1079500"/>
            <a:ext cx="9945153" cy="10156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94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pPr>
              <a:lnSpc>
                <a:spcPct val="100000"/>
              </a:lnSpc>
            </a:pPr>
            <a:r>
              <a:rPr lang="en-US" sz="6000">
                <a:solidFill>
                  <a:schemeClr val="bg1"/>
                </a:solidFill>
              </a:rPr>
              <a:t>Big statement write here. 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4A5FCED-A707-F4FC-57B1-8D3867934A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8FB35E-EC7C-8B8E-3813-A786AFBF24C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2289877810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LAIN">
    <p:bg>
      <p:bgPr>
        <a:solidFill>
          <a:srgbClr val="DF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13841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">
            <a:extLst>
              <a:ext uri="{FF2B5EF4-FFF2-40B4-BE49-F238E27FC236}">
                <a16:creationId xmlns:a16="http://schemas.microsoft.com/office/drawing/2014/main" id="{45832018-60EC-2FA8-8CE6-9190C9FACDF0}"/>
              </a:ext>
            </a:extLst>
          </p:cNvPr>
          <p:cNvSpPr/>
          <p:nvPr userDrawn="1"/>
        </p:nvSpPr>
        <p:spPr>
          <a:xfrm>
            <a:off x="407987" y="1520825"/>
            <a:ext cx="11412538" cy="4679950"/>
          </a:xfrm>
          <a:prstGeom prst="rect">
            <a:avLst/>
          </a:prstGeom>
          <a:solidFill>
            <a:schemeClr val="accent2">
              <a:hueOff val="-11705907"/>
              <a:satOff val="-82015"/>
              <a:lumOff val="54498"/>
            </a:schemeClr>
          </a:solidFill>
          <a:ln w="3175">
            <a:miter lim="400000"/>
          </a:ln>
          <a:effectLst/>
        </p:spPr>
        <p:txBody>
          <a:bodyPr lIns="228600" tIns="228600" rIns="228600" bIns="228600"/>
          <a:lstStyle/>
          <a:p>
            <a:pPr marL="0" marR="0" lvl="0" indent="0" algn="ctr" defTabSz="34289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spc="0">
                <a:solidFill>
                  <a:srgbClr val="000000"/>
                </a:solidFill>
                <a:latin typeface="+mn-lt"/>
                <a:ea typeface="+mn-ea"/>
                <a:cs typeface="+mn-cs"/>
                <a:sym typeface="Graphik"/>
              </a:defRPr>
            </a:pPr>
            <a:endParaRPr kumimoji="0" lang="en-US" sz="9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  <a:sym typeface="Graphik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7D53A17-51BB-347D-6F12-C03D22DEB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DE557B91-3EC8-0380-2B75-69A9BC5368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67591"/>
            <a:ext cx="10304908" cy="21625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1F9F1D-AF46-B1B9-6565-C987195F510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2209027320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LAIN">
    <p:bg>
      <p:bgPr>
        <a:solidFill>
          <a:srgbClr val="DF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97367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17D53A17-51BB-347D-6F12-C03D22DEB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DE557B91-3EC8-0380-2B75-69A9BC5368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67591"/>
            <a:ext cx="10304908" cy="21625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pic>
        <p:nvPicPr>
          <p:cNvPr id="9" name="Grafik 6">
            <a:extLst>
              <a:ext uri="{FF2B5EF4-FFF2-40B4-BE49-F238E27FC236}">
                <a16:creationId xmlns:a16="http://schemas.microsoft.com/office/drawing/2014/main" id="{6BC98D4C-A782-BD17-07B1-23EC1FC8ED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524" y="424371"/>
            <a:ext cx="1018001" cy="251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CCDBF-2D13-733F-1F95-A745029FB9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3508304637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431740-7B2C-6724-E755-68F8C20089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6418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431740-7B2C-6724-E755-68F8C20089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74966658-A3E4-AA08-2146-6D86EA9E4A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762000"/>
            <a:ext cx="11449051" cy="762000"/>
          </a:xfrm>
          <a:prstGeom prst="rect">
            <a:avLst/>
          </a:prstGeom>
        </p:spPr>
        <p:txBody>
          <a:bodyPr vert="horz" lIns="0" tIns="0" rIns="0" bIns="0"/>
          <a:lstStyle>
            <a:lvl1pPr rtl="0">
              <a:defRPr sz="2800" b="0" i="0">
                <a:latin typeface="Allianz Neo Regular" panose="020B0504020203020204" pitchFamily="34" charset="77"/>
              </a:defRPr>
            </a:lvl1pPr>
          </a:lstStyle>
          <a:p>
            <a:r>
              <a:rPr lang="en-US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6209278-4A19-E460-D8C7-FC17D667A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524" y="424371"/>
            <a:ext cx="1018001" cy="25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780FD-8AF8-ECDB-7CE0-AF14AA26F7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589694157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408829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7" y="762000"/>
            <a:ext cx="11318883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318752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823CB2-6CFD-391D-CB61-8D2804D6B8F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solidFill>
                  <a:srgbClr val="0D0409">
                    <a:tint val="75000"/>
                  </a:srgbClr>
                </a:solidFill>
              </a:rPr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224721960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A832A-F27A-93DC-B1B8-9E997D5A6EC0}"/>
              </a:ext>
            </a:extLst>
          </p:cNvPr>
          <p:cNvSpPr/>
          <p:nvPr userDrawn="1"/>
        </p:nvSpPr>
        <p:spPr>
          <a:xfrm>
            <a:off x="6215454" y="3209129"/>
            <a:ext cx="5998561" cy="502702"/>
          </a:xfrm>
          <a:prstGeom prst="rect">
            <a:avLst/>
          </a:prstGeom>
          <a:solidFill>
            <a:schemeClr val="accent4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6200" tIns="76200" rIns="76200" bIns="76200" numCol="1" spcCol="38100" rtlCol="0" anchor="ctr">
            <a:spAutoFit/>
          </a:bodyPr>
          <a:lstStyle/>
          <a:p>
            <a:pPr marL="0" marR="0" indent="0" algn="ctr" defTabSz="1219200" rtl="0" fontAlgn="auto" latinLnBrk="0" hangingPunc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-Light"/>
              <a:ea typeface="Graphik-Light"/>
              <a:cs typeface="Graphik-Light"/>
              <a:sym typeface="Graphik Light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79460EF-9233-207C-1705-D17D759CEEFF}"/>
              </a:ext>
            </a:extLst>
          </p:cNvPr>
          <p:cNvSpPr txBox="1"/>
          <p:nvPr userDrawn="1"/>
        </p:nvSpPr>
        <p:spPr>
          <a:xfrm>
            <a:off x="11553787" y="6486286"/>
            <a:ext cx="270409" cy="1390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b">
            <a:noAutofit/>
          </a:bodyPr>
          <a:lstStyle/>
          <a:p>
            <a:pPr algn="r" rtl="0"/>
            <a:fld id="{4ABDCABE-3F10-B64C-92F1-862014417034}" type="slidenum">
              <a:rPr lang="en-US" sz="600" b="0" i="0" kern="1200" smtClean="0">
                <a:solidFill>
                  <a:schemeClr val="bg1">
                    <a:lumMod val="50000"/>
                  </a:schemeClr>
                </a:solidFill>
                <a:latin typeface="Allianz Neo SemiBold" panose="020B0704020203020204" pitchFamily="34" charset="0"/>
                <a:ea typeface="+mn-ea"/>
                <a:cs typeface="+mn-cs"/>
              </a:rPr>
              <a:pPr algn="r" rtl="0"/>
              <a:t>‹#›</a:t>
            </a:fld>
            <a:endParaRPr lang="en-US" sz="600" b="0" i="0" kern="1200">
              <a:solidFill>
                <a:schemeClr val="bg1">
                  <a:lumMod val="50000"/>
                </a:schemeClr>
              </a:solidFill>
              <a:latin typeface="Allianz Neo SemiBold" panose="020B0704020203020204" pitchFamily="34" charset="0"/>
              <a:ea typeface="+mn-ea"/>
              <a:cs typeface="+mn-cs"/>
            </a:endParaRP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459309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5688012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568794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823CB2-6CFD-391D-CB61-8D2804D6B8F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solidFill>
                  <a:srgbClr val="0D0409">
                    <a:tint val="75000"/>
                  </a:srgbClr>
                </a:solidFill>
              </a:rPr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9648165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LAIN">
    <p:bg>
      <p:bgPr>
        <a:solidFill>
          <a:srgbClr val="DF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E220749F-1837-A64C-F2B9-6ECC396B969C}"/>
              </a:ext>
            </a:extLst>
          </p:cNvPr>
          <p:cNvSpPr/>
          <p:nvPr userDrawn="1"/>
        </p:nvSpPr>
        <p:spPr>
          <a:xfrm>
            <a:off x="8112125" y="1520825"/>
            <a:ext cx="3707929" cy="4679950"/>
          </a:xfrm>
          <a:prstGeom prst="rect">
            <a:avLst/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1977EC5-2433-2FFA-EF10-B81325245E69}"/>
              </a:ext>
            </a:extLst>
          </p:cNvPr>
          <p:cNvSpPr/>
          <p:nvPr userDrawn="1"/>
        </p:nvSpPr>
        <p:spPr>
          <a:xfrm>
            <a:off x="4256404" y="1520825"/>
            <a:ext cx="3707929" cy="4679950"/>
          </a:xfrm>
          <a:prstGeom prst="rect">
            <a:avLst/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2952461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823CB2-6CFD-391D-CB61-8D2804D6B8F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solidFill>
                  <a:srgbClr val="0D0409">
                    <a:tint val="75000"/>
                  </a:srgbClr>
                </a:solidFill>
              </a:rPr>
              <a:t>© 2024 Accenture.  All rights reserved. Accenture Confidential and Proprietary Material   |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115058-DB26-8CBF-6680-8B88FEF6870C}"/>
              </a:ext>
            </a:extLst>
          </p:cNvPr>
          <p:cNvSpPr/>
          <p:nvPr userDrawn="1"/>
        </p:nvSpPr>
        <p:spPr>
          <a:xfrm>
            <a:off x="415416" y="1520825"/>
            <a:ext cx="3707929" cy="4679950"/>
          </a:xfrm>
          <a:prstGeom prst="rect">
            <a:avLst/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86388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E220749F-1837-A64C-F2B9-6ECC396B969C}"/>
              </a:ext>
            </a:extLst>
          </p:cNvPr>
          <p:cNvSpPr/>
          <p:nvPr userDrawn="1"/>
        </p:nvSpPr>
        <p:spPr>
          <a:xfrm>
            <a:off x="8112125" y="1520825"/>
            <a:ext cx="3707929" cy="4679950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1977EC5-2433-2FFA-EF10-B81325245E69}"/>
              </a:ext>
            </a:extLst>
          </p:cNvPr>
          <p:cNvSpPr/>
          <p:nvPr userDrawn="1"/>
        </p:nvSpPr>
        <p:spPr>
          <a:xfrm>
            <a:off x="4256404" y="1520825"/>
            <a:ext cx="3707929" cy="4679950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772042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823CB2-6CFD-391D-CB61-8D2804D6B8F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solidFill>
                  <a:srgbClr val="0D0409">
                    <a:tint val="75000"/>
                  </a:srgbClr>
                </a:solidFill>
              </a:rPr>
              <a:t>© 2024 Accenture.  All rights reserved. Accenture Confidential and Proprietary Material   |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115058-DB26-8CBF-6680-8B88FEF6870C}"/>
              </a:ext>
            </a:extLst>
          </p:cNvPr>
          <p:cNvSpPr/>
          <p:nvPr userDrawn="1"/>
        </p:nvSpPr>
        <p:spPr>
          <a:xfrm>
            <a:off x="415416" y="1520825"/>
            <a:ext cx="3707929" cy="4679950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82339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E220749F-1837-A64C-F2B9-6ECC396B969C}"/>
              </a:ext>
            </a:extLst>
          </p:cNvPr>
          <p:cNvSpPr/>
          <p:nvPr userDrawn="1"/>
        </p:nvSpPr>
        <p:spPr>
          <a:xfrm>
            <a:off x="8112125" y="1520825"/>
            <a:ext cx="3707929" cy="3427095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1977EC5-2433-2FFA-EF10-B81325245E69}"/>
              </a:ext>
            </a:extLst>
          </p:cNvPr>
          <p:cNvSpPr/>
          <p:nvPr userDrawn="1"/>
        </p:nvSpPr>
        <p:spPr>
          <a:xfrm>
            <a:off x="4256404" y="1520825"/>
            <a:ext cx="3707929" cy="3427095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113288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115058-DB26-8CBF-6680-8B88FEF6870C}"/>
              </a:ext>
            </a:extLst>
          </p:cNvPr>
          <p:cNvSpPr/>
          <p:nvPr userDrawn="1"/>
        </p:nvSpPr>
        <p:spPr>
          <a:xfrm>
            <a:off x="415416" y="1520825"/>
            <a:ext cx="3707929" cy="3427095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DBE1E0-0294-69CB-8E20-35AAE63B7F9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78730644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665294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Text"/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E0412B85-09D3-38BF-FAA5-2DD029B64A59}"/>
              </a:ext>
            </a:extLst>
          </p:cNvPr>
          <p:cNvSpPr/>
          <p:nvPr/>
        </p:nvSpPr>
        <p:spPr>
          <a:xfrm>
            <a:off x="407988" y="3932728"/>
            <a:ext cx="3708401" cy="2268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marR="0" lvl="0" indent="0" rtl="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 panose="020B0504020203020204" pitchFamily="34" charset="77"/>
              <a:ea typeface="+mn-ea"/>
              <a:cs typeface="Open Sans ExtraBold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54968D2-B0A8-2BED-3909-6859DC332A7F}"/>
              </a:ext>
            </a:extLst>
          </p:cNvPr>
          <p:cNvSpPr/>
          <p:nvPr/>
        </p:nvSpPr>
        <p:spPr>
          <a:xfrm>
            <a:off x="4265613" y="3932728"/>
            <a:ext cx="3708401" cy="2268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rtl="0">
              <a:spcAft>
                <a:spcPts val="300"/>
              </a:spcAft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 panose="020B0504020203020204" pitchFamily="34" charset="77"/>
              <a:ea typeface="+mn-ea"/>
              <a:cs typeface="Open Sans ExtraBold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93E10B8-CEA5-36F7-0A09-C30318C72D58}"/>
              </a:ext>
            </a:extLst>
          </p:cNvPr>
          <p:cNvSpPr/>
          <p:nvPr/>
        </p:nvSpPr>
        <p:spPr>
          <a:xfrm>
            <a:off x="8116094" y="3932728"/>
            <a:ext cx="3708401" cy="2268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D0409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560D6ED6-2231-76A9-9696-5239D46CAFAA}"/>
              </a:ext>
            </a:extLst>
          </p:cNvPr>
          <p:cNvSpPr/>
          <p:nvPr/>
        </p:nvSpPr>
        <p:spPr>
          <a:xfrm>
            <a:off x="4265613" y="1518141"/>
            <a:ext cx="3708401" cy="2268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D0409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D64379E-9023-CCB5-89E1-4E46573E1258}"/>
              </a:ext>
            </a:extLst>
          </p:cNvPr>
          <p:cNvSpPr/>
          <p:nvPr/>
        </p:nvSpPr>
        <p:spPr>
          <a:xfrm>
            <a:off x="8116094" y="1518141"/>
            <a:ext cx="3708401" cy="2268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rtl="0">
              <a:spcAft>
                <a:spcPts val="300"/>
              </a:spcAft>
              <a:defRPr/>
            </a:pPr>
            <a:endParaRPr lang="en-US" sz="1100">
              <a:solidFill>
                <a:srgbClr val="0D0409"/>
              </a:solidFill>
              <a:latin typeface="Allianz Neo Regular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A0AA272E-9277-C0DC-8854-BB9608C1EC17}"/>
              </a:ext>
            </a:extLst>
          </p:cNvPr>
          <p:cNvSpPr/>
          <p:nvPr/>
        </p:nvSpPr>
        <p:spPr>
          <a:xfrm>
            <a:off x="407988" y="1518141"/>
            <a:ext cx="3708401" cy="2268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rtl="0">
              <a:spcAft>
                <a:spcPts val="300"/>
              </a:spcAft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 panose="020B0504020203020204" pitchFamily="34" charset="77"/>
              <a:ea typeface="+mn-ea"/>
              <a:cs typeface="Open Sans ExtraBold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FE2ED2-7466-100A-D861-B972F552A17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8044783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153098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2DE78-CDD5-97F7-9DE6-AD1F22699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115058-DB26-8CBF-6680-8B88FEF6870C}"/>
              </a:ext>
            </a:extLst>
          </p:cNvPr>
          <p:cNvSpPr/>
          <p:nvPr userDrawn="1"/>
        </p:nvSpPr>
        <p:spPr>
          <a:xfrm>
            <a:off x="415416" y="897467"/>
            <a:ext cx="11405109" cy="5303308"/>
          </a:xfrm>
          <a:prstGeom prst="rect">
            <a:avLst/>
          </a:prstGeom>
          <a:solidFill>
            <a:srgbClr val="DFEFF3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C10BAA0-93F0-2D1D-C0B1-7370416653AE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21873126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LAIN">
    <p:bg>
      <p:bgPr>
        <a:solidFill>
          <a:srgbClr val="DF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12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">
            <a:extLst>
              <a:ext uri="{FF2B5EF4-FFF2-40B4-BE49-F238E27FC236}">
                <a16:creationId xmlns:a16="http://schemas.microsoft.com/office/drawing/2014/main" id="{45832018-60EC-2FA8-8CE6-9190C9FACDF0}"/>
              </a:ext>
            </a:extLst>
          </p:cNvPr>
          <p:cNvSpPr/>
          <p:nvPr userDrawn="1"/>
        </p:nvSpPr>
        <p:spPr>
          <a:xfrm>
            <a:off x="407987" y="1520825"/>
            <a:ext cx="11412538" cy="4679950"/>
          </a:xfrm>
          <a:prstGeom prst="rect">
            <a:avLst/>
          </a:prstGeom>
          <a:solidFill>
            <a:schemeClr val="accent2">
              <a:hueOff val="-11705907"/>
              <a:satOff val="-82015"/>
              <a:lumOff val="54498"/>
            </a:schemeClr>
          </a:solidFill>
          <a:ln w="3175">
            <a:miter lim="400000"/>
          </a:ln>
          <a:effectLst/>
        </p:spPr>
        <p:txBody>
          <a:bodyPr lIns="228600" tIns="228600" rIns="228600" bIns="228600"/>
          <a:lstStyle/>
          <a:p>
            <a:pPr marL="0" marR="0" lvl="0" indent="0" algn="ctr" defTabSz="34289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spc="0">
                <a:solidFill>
                  <a:srgbClr val="000000"/>
                </a:solidFill>
                <a:latin typeface="+mn-lt"/>
                <a:ea typeface="+mn-ea"/>
                <a:cs typeface="+mn-cs"/>
                <a:sym typeface="Graphik"/>
              </a:defRPr>
            </a:pPr>
            <a:endParaRPr kumimoji="0" lang="en-US" sz="9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  <a:sym typeface="Graphik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7D53A17-51BB-347D-6F12-C03D22DEB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DE557B91-3EC8-0380-2B75-69A9BC5368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67591"/>
            <a:ext cx="10304908" cy="21625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DBA17-CB57-3DA4-9ACE-A1F221FC59E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947238811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7D62F-07EE-69EF-953A-8E99CA976862}"/>
              </a:ext>
            </a:extLst>
          </p:cNvPr>
          <p:cNvSpPr txBox="1"/>
          <p:nvPr userDrawn="1"/>
        </p:nvSpPr>
        <p:spPr>
          <a:xfrm>
            <a:off x="411379" y="1644297"/>
            <a:ext cx="7964584" cy="4556477"/>
          </a:xfrm>
          <a:prstGeom prst="rect">
            <a:avLst/>
          </a:prstGeom>
          <a:noFill/>
          <a:ln w="12700" cap="sq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llianz Neo Regular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05511-54CC-2D8D-2519-4B6435F6463C}"/>
              </a:ext>
            </a:extLst>
          </p:cNvPr>
          <p:cNvSpPr txBox="1"/>
          <p:nvPr userDrawn="1"/>
        </p:nvSpPr>
        <p:spPr>
          <a:xfrm>
            <a:off x="8904288" y="1641226"/>
            <a:ext cx="2916237" cy="4559550"/>
          </a:xfrm>
          <a:prstGeom prst="rect">
            <a:avLst/>
          </a:prstGeom>
          <a:noFill/>
          <a:ln w="12700" cap="sq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16000" rIns="21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 Regular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76E339-3F1B-1AB6-26E3-EF665F431AA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7352" y="1243150"/>
            <a:ext cx="3858506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lvl1pPr rtl="0">
              <a:defRPr lang="en-GB" sz="1600" kern="1200" dirty="0" smtClean="0">
                <a:solidFill>
                  <a:srgbClr val="003781"/>
                </a:solidFill>
                <a:latin typeface="Allianz Neo Regular" panose="020B0504020203020204" pitchFamily="34" charset="77"/>
                <a:ea typeface="+mn-ea"/>
                <a:cs typeface="Arial" panose="020B0604020202020204" pitchFamily="34" charset="0"/>
              </a:defRPr>
            </a:lvl1pPr>
          </a:lstStyle>
          <a:p>
            <a:pPr lvl="0" defTabSz="914400" eaLnBrk="1" hangingPunct="1"/>
            <a:r>
              <a:rPr lang="en-US"/>
              <a:t>Click to edit Master text styles</a:t>
            </a: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650863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6793E-6938-A724-803E-0F44B8041704}"/>
              </a:ext>
            </a:extLst>
          </p:cNvPr>
          <p:cNvSpPr txBox="1"/>
          <p:nvPr userDrawn="1"/>
        </p:nvSpPr>
        <p:spPr>
          <a:xfrm>
            <a:off x="8890111" y="1249597"/>
            <a:ext cx="3847171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de-DE"/>
            </a:defPPr>
            <a:lvl1pPr>
              <a:defRPr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Key Findings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78B43A-4C1B-7477-69BA-BC51C87E6DE1}"/>
              </a:ext>
            </a:extLst>
          </p:cNvPr>
          <p:cNvCxnSpPr>
            <a:cxnSpLocks/>
          </p:cNvCxnSpPr>
          <p:nvPr userDrawn="1"/>
        </p:nvCxnSpPr>
        <p:spPr>
          <a:xfrm>
            <a:off x="8904288" y="1642325"/>
            <a:ext cx="2916237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A584C0-CC48-BF85-A0F0-C38656EC6B5D}"/>
              </a:ext>
            </a:extLst>
          </p:cNvPr>
          <p:cNvCxnSpPr>
            <a:cxnSpLocks/>
          </p:cNvCxnSpPr>
          <p:nvPr userDrawn="1"/>
        </p:nvCxnSpPr>
        <p:spPr>
          <a:xfrm flipH="1">
            <a:off x="413872" y="1641923"/>
            <a:ext cx="7964584" cy="0"/>
          </a:xfrm>
          <a:prstGeom prst="straightConnector1">
            <a:avLst/>
          </a:prstGeom>
          <a:ln w="19050">
            <a:solidFill>
              <a:srgbClr val="00378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121DEC3-026F-FF83-37D2-041CBAD98A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904288" y="1799302"/>
            <a:ext cx="2916237" cy="4401472"/>
          </a:xfrm>
          <a:prstGeom prst="rect">
            <a:avLst/>
          </a:prstGeom>
        </p:spPr>
        <p:txBody>
          <a:bodyPr lIns="216000" rIns="144000"/>
          <a:lstStyle>
            <a:lvl1pPr rtl="0">
              <a:defRPr sz="1000">
                <a:latin typeface="+mn-lt"/>
              </a:defRPr>
            </a:lvl1pPr>
            <a:lvl2pPr marL="144000" indent="-144000" rtl="0">
              <a:spcAft>
                <a:spcPts val="300"/>
              </a:spcAft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itle Text">
            <a:extLst>
              <a:ext uri="{FF2B5EF4-FFF2-40B4-BE49-F238E27FC236}">
                <a16:creationId xmlns:a16="http://schemas.microsoft.com/office/drawing/2014/main" id="{C58B27A7-7C36-557B-C24C-CB72092F0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2715D2D9-04C3-B168-B298-E2CD63F0E1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7381C59-AEA5-B082-5DB0-56F077DB295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32327459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B051EC-CF75-6417-951C-A7B6E42FF2DB}"/>
              </a:ext>
            </a:extLst>
          </p:cNvPr>
          <p:cNvSpPr txBox="1"/>
          <p:nvPr userDrawn="1"/>
        </p:nvSpPr>
        <p:spPr>
          <a:xfrm>
            <a:off x="411379" y="1644297"/>
            <a:ext cx="6621246" cy="4556477"/>
          </a:xfrm>
          <a:prstGeom prst="rect">
            <a:avLst/>
          </a:prstGeom>
          <a:noFill/>
          <a:ln w="12700" cap="sq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llianz Neo Regular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5C0E1-8253-7F91-C7AE-B96E931A864E}"/>
              </a:ext>
            </a:extLst>
          </p:cNvPr>
          <p:cNvSpPr txBox="1"/>
          <p:nvPr userDrawn="1"/>
        </p:nvSpPr>
        <p:spPr>
          <a:xfrm>
            <a:off x="7967664" y="1641226"/>
            <a:ext cx="3852862" cy="4559550"/>
          </a:xfrm>
          <a:prstGeom prst="rect">
            <a:avLst/>
          </a:prstGeom>
          <a:noFill/>
          <a:ln w="12700" cap="sq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16000" rIns="216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 Regular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76E339-3F1B-1AB6-26E3-EF665F431AA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7352" y="1243150"/>
            <a:ext cx="3858506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lvl1pPr rtl="0">
              <a:defRPr lang="en-GB" sz="1600" kern="1200" dirty="0" smtClean="0">
                <a:solidFill>
                  <a:srgbClr val="003781"/>
                </a:solidFill>
                <a:latin typeface="Allianz Neo Regular" panose="020B0504020203020204" pitchFamily="34" charset="77"/>
                <a:ea typeface="+mn-ea"/>
                <a:cs typeface="Arial" panose="020B0604020202020204" pitchFamily="34" charset="0"/>
              </a:defRPr>
            </a:lvl1pPr>
          </a:lstStyle>
          <a:p>
            <a:pPr lvl="0" defTabSz="914400" eaLnBrk="1" hangingPunct="1"/>
            <a:r>
              <a:rPr lang="en-US"/>
              <a:t>Click to edit Master text styles</a:t>
            </a:r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07238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3C7D2F6-0524-0252-F5C8-07DF2620D40B}"/>
              </a:ext>
            </a:extLst>
          </p:cNvPr>
          <p:cNvSpPr txBox="1"/>
          <p:nvPr userDrawn="1"/>
        </p:nvSpPr>
        <p:spPr>
          <a:xfrm>
            <a:off x="-1406324" y="1157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6793E-6938-A724-803E-0F44B8041704}"/>
              </a:ext>
            </a:extLst>
          </p:cNvPr>
          <p:cNvSpPr txBox="1"/>
          <p:nvPr userDrawn="1"/>
        </p:nvSpPr>
        <p:spPr>
          <a:xfrm>
            <a:off x="7985697" y="1249597"/>
            <a:ext cx="3847171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de-DE"/>
            </a:defPPr>
            <a:lvl1pPr>
              <a:defRPr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Key Findings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78B43A-4C1B-7477-69BA-BC51C87E6DE1}"/>
              </a:ext>
            </a:extLst>
          </p:cNvPr>
          <p:cNvCxnSpPr>
            <a:cxnSpLocks/>
          </p:cNvCxnSpPr>
          <p:nvPr userDrawn="1"/>
        </p:nvCxnSpPr>
        <p:spPr>
          <a:xfrm>
            <a:off x="7967663" y="1642325"/>
            <a:ext cx="3865205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A584C0-CC48-BF85-A0F0-C38656EC6B5D}"/>
              </a:ext>
            </a:extLst>
          </p:cNvPr>
          <p:cNvCxnSpPr>
            <a:cxnSpLocks/>
          </p:cNvCxnSpPr>
          <p:nvPr userDrawn="1"/>
        </p:nvCxnSpPr>
        <p:spPr>
          <a:xfrm flipH="1">
            <a:off x="413872" y="1641923"/>
            <a:ext cx="6618753" cy="0"/>
          </a:xfrm>
          <a:prstGeom prst="straightConnector1">
            <a:avLst/>
          </a:prstGeom>
          <a:ln w="19050">
            <a:solidFill>
              <a:srgbClr val="00378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386D885-A38C-93BC-F6D6-2C7EEE20C6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73354" y="1799302"/>
            <a:ext cx="3847171" cy="4401472"/>
          </a:xfrm>
          <a:prstGeom prst="rect">
            <a:avLst/>
          </a:prstGeom>
        </p:spPr>
        <p:txBody>
          <a:bodyPr lIns="216000" rIns="144000"/>
          <a:lstStyle>
            <a:lvl1pPr rtl="0">
              <a:defRPr sz="1000">
                <a:latin typeface="+mn-lt"/>
              </a:defRPr>
            </a:lvl1pPr>
            <a:lvl2pPr marL="144000" indent="-144000" rtl="0">
              <a:spcAft>
                <a:spcPts val="300"/>
              </a:spcAft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itle Text">
            <a:extLst>
              <a:ext uri="{FF2B5EF4-FFF2-40B4-BE49-F238E27FC236}">
                <a16:creationId xmlns:a16="http://schemas.microsoft.com/office/drawing/2014/main" id="{480AFCFD-D719-948D-9100-F1D5AE404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D34F6265-E44E-368E-26AE-E4F26E9502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3B8822C-AFD9-505C-23CC-1509D0A0299E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11449590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4" orient="horz" pos="5125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 now: as-is overview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00ED2C-20FF-B68C-EB65-24158F12A1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8346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00ED2C-20FF-B68C-EB65-24158F12A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965B2EC-F55B-0F5F-FDDA-04DE49A3AA5E}"/>
              </a:ext>
            </a:extLst>
          </p:cNvPr>
          <p:cNvSpPr txBox="1"/>
          <p:nvPr userDrawn="1"/>
        </p:nvSpPr>
        <p:spPr>
          <a:xfrm>
            <a:off x="403349" y="1236340"/>
            <a:ext cx="6381001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de-DE"/>
            </a:defPPr>
            <a:lvl1pPr>
              <a:defRPr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Service characteristics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410795-6DAE-1A1E-E392-46CBA048047B}"/>
              </a:ext>
            </a:extLst>
          </p:cNvPr>
          <p:cNvCxnSpPr>
            <a:cxnSpLocks/>
          </p:cNvCxnSpPr>
          <p:nvPr userDrawn="1"/>
        </p:nvCxnSpPr>
        <p:spPr>
          <a:xfrm>
            <a:off x="403349" y="1629067"/>
            <a:ext cx="2739901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D1E7A84-B03D-56ED-DFDB-77DA19FBB787}"/>
              </a:ext>
            </a:extLst>
          </p:cNvPr>
          <p:cNvSpPr txBox="1"/>
          <p:nvPr userDrawn="1"/>
        </p:nvSpPr>
        <p:spPr>
          <a:xfrm>
            <a:off x="3293304" y="1236340"/>
            <a:ext cx="6381001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de-DE"/>
            </a:defPPr>
            <a:lvl1pPr>
              <a:defRPr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Per value lever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E9DB88-4110-9D94-8CBF-3CF4FD629BF1}"/>
              </a:ext>
            </a:extLst>
          </p:cNvPr>
          <p:cNvCxnSpPr>
            <a:cxnSpLocks/>
          </p:cNvCxnSpPr>
          <p:nvPr userDrawn="1"/>
        </p:nvCxnSpPr>
        <p:spPr>
          <a:xfrm>
            <a:off x="3293304" y="1629067"/>
            <a:ext cx="8525360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520DF5F-AF3C-38C8-33A1-1EE0B83BD3C3}"/>
              </a:ext>
            </a:extLst>
          </p:cNvPr>
          <p:cNvSpPr/>
          <p:nvPr userDrawn="1"/>
        </p:nvSpPr>
        <p:spPr>
          <a:xfrm>
            <a:off x="3293305" y="1650545"/>
            <a:ext cx="2766184" cy="21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Portfolio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77357-174B-9A54-B8F0-D61B74FBFBB9}"/>
              </a:ext>
            </a:extLst>
          </p:cNvPr>
          <p:cNvSpPr/>
          <p:nvPr userDrawn="1"/>
        </p:nvSpPr>
        <p:spPr>
          <a:xfrm>
            <a:off x="3293305" y="3998652"/>
            <a:ext cx="2766184" cy="21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Location Mix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02670C-6E2D-477B-350D-5FCBBA67B854}"/>
              </a:ext>
            </a:extLst>
          </p:cNvPr>
          <p:cNvSpPr/>
          <p:nvPr userDrawn="1"/>
        </p:nvSpPr>
        <p:spPr>
          <a:xfrm>
            <a:off x="6217127" y="1650545"/>
            <a:ext cx="2687161" cy="21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Sourcing Mix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E24B8B-5E4B-AF8C-3C72-BC78353E1426}"/>
              </a:ext>
            </a:extLst>
          </p:cNvPr>
          <p:cNvSpPr/>
          <p:nvPr userDrawn="1"/>
        </p:nvSpPr>
        <p:spPr>
          <a:xfrm>
            <a:off x="6217127" y="3998652"/>
            <a:ext cx="2687161" cy="21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Execution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8713BE-E434-3338-7371-9AA306ADF202}"/>
              </a:ext>
            </a:extLst>
          </p:cNvPr>
          <p:cNvSpPr/>
          <p:nvPr userDrawn="1"/>
        </p:nvSpPr>
        <p:spPr>
          <a:xfrm>
            <a:off x="9050638" y="1650545"/>
            <a:ext cx="2766184" cy="21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Talent Mix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D94453-6D2D-4E79-EE2C-B402E7872949}"/>
              </a:ext>
            </a:extLst>
          </p:cNvPr>
          <p:cNvSpPr/>
          <p:nvPr userDrawn="1"/>
        </p:nvSpPr>
        <p:spPr>
          <a:xfrm>
            <a:off x="9050638" y="3998652"/>
            <a:ext cx="2766184" cy="21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Service Quality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983A5A-022F-498F-EE09-7F8FF9E4B4F7}"/>
              </a:ext>
            </a:extLst>
          </p:cNvPr>
          <p:cNvSpPr/>
          <p:nvPr userDrawn="1"/>
        </p:nvSpPr>
        <p:spPr>
          <a:xfrm>
            <a:off x="403349" y="1650546"/>
            <a:ext cx="2739901" cy="45601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108000" rIns="0" bIns="0" rtlCol="0" anchor="t"/>
          <a:lstStyle/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7FF122-5511-FBBB-86C2-B8A96ACDB716}"/>
              </a:ext>
            </a:extLst>
          </p:cNvPr>
          <p:cNvSpPr/>
          <p:nvPr userDrawn="1"/>
        </p:nvSpPr>
        <p:spPr>
          <a:xfrm>
            <a:off x="5740556" y="1703734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BDA6C82-27BF-1EC1-7B77-E38EA4945D9F}"/>
              </a:ext>
            </a:extLst>
          </p:cNvPr>
          <p:cNvSpPr/>
          <p:nvPr userDrawn="1"/>
        </p:nvSpPr>
        <p:spPr>
          <a:xfrm>
            <a:off x="8586541" y="1703734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546AB-33F7-64E2-58A2-3EA32C94D48B}"/>
              </a:ext>
            </a:extLst>
          </p:cNvPr>
          <p:cNvSpPr/>
          <p:nvPr userDrawn="1"/>
        </p:nvSpPr>
        <p:spPr>
          <a:xfrm>
            <a:off x="11481075" y="1703734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6192"/>
                </a:solidFill>
                <a:latin typeface="Allianz Neo Bold"/>
              </a:rPr>
              <a:t>3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E4ED8E8-9061-6C58-16C9-C6E2105FBA8F}"/>
              </a:ext>
            </a:extLst>
          </p:cNvPr>
          <p:cNvSpPr/>
          <p:nvPr userDrawn="1"/>
        </p:nvSpPr>
        <p:spPr>
          <a:xfrm>
            <a:off x="5740556" y="4068691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4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AAB705A-3ED2-2973-383B-8D3B7D759A7E}"/>
              </a:ext>
            </a:extLst>
          </p:cNvPr>
          <p:cNvSpPr/>
          <p:nvPr userDrawn="1"/>
        </p:nvSpPr>
        <p:spPr>
          <a:xfrm>
            <a:off x="8586541" y="4068691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35A27C-013B-5124-532B-B610D74141DA}"/>
              </a:ext>
            </a:extLst>
          </p:cNvPr>
          <p:cNvSpPr/>
          <p:nvPr userDrawn="1"/>
        </p:nvSpPr>
        <p:spPr>
          <a:xfrm>
            <a:off x="11481075" y="4068691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6</a:t>
            </a:r>
          </a:p>
        </p:txBody>
      </p:sp>
      <p:sp>
        <p:nvSpPr>
          <p:cNvPr id="4" name="Title Text">
            <a:extLst>
              <a:ext uri="{FF2B5EF4-FFF2-40B4-BE49-F238E27FC236}">
                <a16:creationId xmlns:a16="http://schemas.microsoft.com/office/drawing/2014/main" id="{EF9CA210-A804-48A4-F0F1-D9D8FE4308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451759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612D0764-9D52-95EA-E03B-E62C8EDA12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6B46DA-1C18-D77D-5854-DAC718BB213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3086180270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251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 now: as-is overview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4CA390B-8B69-568D-6A77-EEA04786FD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4015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CA390B-8B69-568D-6A77-EEA04786FD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C3983A5A-022F-498F-EE09-7F8FF9E4B4F7}"/>
              </a:ext>
            </a:extLst>
          </p:cNvPr>
          <p:cNvSpPr/>
          <p:nvPr userDrawn="1"/>
        </p:nvSpPr>
        <p:spPr>
          <a:xfrm>
            <a:off x="403349" y="1439618"/>
            <a:ext cx="11417176" cy="11201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108000" rIns="0" bIns="0" rtlCol="0" anchor="t"/>
          <a:lstStyle/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65B2EC-F55B-0F5F-FDDA-04DE49A3AA5E}"/>
              </a:ext>
            </a:extLst>
          </p:cNvPr>
          <p:cNvSpPr txBox="1"/>
          <p:nvPr userDrawn="1"/>
        </p:nvSpPr>
        <p:spPr>
          <a:xfrm>
            <a:off x="403349" y="1047711"/>
            <a:ext cx="6381001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de-DE"/>
            </a:defPPr>
            <a:lvl1pPr>
              <a:defRPr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Service characteristics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410795-6DAE-1A1E-E392-46CBA048047B}"/>
              </a:ext>
            </a:extLst>
          </p:cNvPr>
          <p:cNvCxnSpPr>
            <a:cxnSpLocks/>
          </p:cNvCxnSpPr>
          <p:nvPr userDrawn="1"/>
        </p:nvCxnSpPr>
        <p:spPr>
          <a:xfrm>
            <a:off x="403349" y="1440438"/>
            <a:ext cx="11417176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D1E7A84-B03D-56ED-DFDB-77DA19FBB787}"/>
              </a:ext>
            </a:extLst>
          </p:cNvPr>
          <p:cNvSpPr txBox="1"/>
          <p:nvPr userDrawn="1"/>
        </p:nvSpPr>
        <p:spPr>
          <a:xfrm>
            <a:off x="403349" y="2587860"/>
            <a:ext cx="6381001" cy="3916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de-DE"/>
            </a:defPPr>
            <a:lvl1pPr>
              <a:defRPr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defRPr>
            </a:lvl1pPr>
          </a:lstStyle>
          <a:p>
            <a:pPr rtl="0"/>
            <a:r>
              <a:rPr lang="en-US"/>
              <a:t>Per value lever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20DF5F-AF3C-38C8-33A1-1EE0B83BD3C3}"/>
              </a:ext>
            </a:extLst>
          </p:cNvPr>
          <p:cNvSpPr/>
          <p:nvPr userDrawn="1"/>
        </p:nvSpPr>
        <p:spPr>
          <a:xfrm>
            <a:off x="403348" y="2990639"/>
            <a:ext cx="3780000" cy="1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Portfolio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02670C-6E2D-477B-350D-5FCBBA67B854}"/>
              </a:ext>
            </a:extLst>
          </p:cNvPr>
          <p:cNvSpPr/>
          <p:nvPr userDrawn="1"/>
        </p:nvSpPr>
        <p:spPr>
          <a:xfrm>
            <a:off x="4226210" y="2990638"/>
            <a:ext cx="3780000" cy="1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Sourcing Mix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8713BE-E434-3338-7371-9AA306ADF202}"/>
              </a:ext>
            </a:extLst>
          </p:cNvPr>
          <p:cNvSpPr/>
          <p:nvPr userDrawn="1"/>
        </p:nvSpPr>
        <p:spPr>
          <a:xfrm>
            <a:off x="8049073" y="2979487"/>
            <a:ext cx="3780000" cy="1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Talent Mix</a:t>
            </a:r>
          </a:p>
          <a:p>
            <a:pPr marL="0" marR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llianz Neo Regular" panose="020B0504020203020204" pitchFamily="34" charset="77"/>
              <a:sym typeface="Graphik Semibold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7FF122-5511-FBBB-86C2-B8A96ACDB716}"/>
              </a:ext>
            </a:extLst>
          </p:cNvPr>
          <p:cNvSpPr/>
          <p:nvPr userDrawn="1"/>
        </p:nvSpPr>
        <p:spPr>
          <a:xfrm>
            <a:off x="3862788" y="3049816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BDA6C82-27BF-1EC1-7B77-E38EA4945D9F}"/>
              </a:ext>
            </a:extLst>
          </p:cNvPr>
          <p:cNvSpPr/>
          <p:nvPr userDrawn="1"/>
        </p:nvSpPr>
        <p:spPr>
          <a:xfrm>
            <a:off x="7698790" y="3049816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546AB-33F7-64E2-58A2-3EA32C94D48B}"/>
              </a:ext>
            </a:extLst>
          </p:cNvPr>
          <p:cNvSpPr/>
          <p:nvPr userDrawn="1"/>
        </p:nvSpPr>
        <p:spPr>
          <a:xfrm>
            <a:off x="11523394" y="3049816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6192"/>
                </a:solidFill>
                <a:latin typeface="Allianz Neo Bold"/>
              </a:rPr>
              <a:t>3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E9DB88-4110-9D94-8CBF-3CF4FD629BF1}"/>
              </a:ext>
            </a:extLst>
          </p:cNvPr>
          <p:cNvCxnSpPr>
            <a:cxnSpLocks/>
          </p:cNvCxnSpPr>
          <p:nvPr userDrawn="1"/>
        </p:nvCxnSpPr>
        <p:spPr>
          <a:xfrm>
            <a:off x="403349" y="2980587"/>
            <a:ext cx="11417176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38A892A-A0FF-8F75-6EE6-5F56959AAFF2}"/>
              </a:ext>
            </a:extLst>
          </p:cNvPr>
          <p:cNvSpPr/>
          <p:nvPr userDrawn="1"/>
        </p:nvSpPr>
        <p:spPr>
          <a:xfrm>
            <a:off x="403349" y="4663453"/>
            <a:ext cx="3779999" cy="1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Location Mix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01FE77-E4FA-21E3-8DD7-5B20F3C57A45}"/>
              </a:ext>
            </a:extLst>
          </p:cNvPr>
          <p:cNvSpPr/>
          <p:nvPr userDrawn="1"/>
        </p:nvSpPr>
        <p:spPr>
          <a:xfrm>
            <a:off x="4226210" y="4663452"/>
            <a:ext cx="3779999" cy="1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Execution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D8988-DEC1-2DDE-0DCA-C04312035B4B}"/>
              </a:ext>
            </a:extLst>
          </p:cNvPr>
          <p:cNvSpPr/>
          <p:nvPr userDrawn="1"/>
        </p:nvSpPr>
        <p:spPr>
          <a:xfrm>
            <a:off x="8048216" y="4652301"/>
            <a:ext cx="3779999" cy="1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8000" tIns="108000" rIns="72000" bIns="0" rtlCol="0" anchor="t"/>
          <a:lstStyle/>
          <a:p>
            <a:pPr marL="0" marR="0" lvl="0" indent="0" algn="l" defTabSz="410765" rtl="0" eaLnBrk="1" fontAlgn="auto" latinLnBrk="0" hangingPunct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Service Quality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ED29D-2E16-5084-DFF2-38281DB4DCF5}"/>
              </a:ext>
            </a:extLst>
          </p:cNvPr>
          <p:cNvSpPr txBox="1"/>
          <p:nvPr userDrawn="1"/>
        </p:nvSpPr>
        <p:spPr>
          <a:xfrm>
            <a:off x="2810107" y="7560527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E4ED8E8-9061-6C58-16C9-C6E2105FBA8F}"/>
              </a:ext>
            </a:extLst>
          </p:cNvPr>
          <p:cNvSpPr/>
          <p:nvPr userDrawn="1"/>
        </p:nvSpPr>
        <p:spPr>
          <a:xfrm>
            <a:off x="3862788" y="4722526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4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AAB705A-3ED2-2973-383B-8D3B7D759A7E}"/>
              </a:ext>
            </a:extLst>
          </p:cNvPr>
          <p:cNvSpPr/>
          <p:nvPr userDrawn="1"/>
        </p:nvSpPr>
        <p:spPr>
          <a:xfrm>
            <a:off x="7698790" y="4722526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35A27C-013B-5124-532B-B610D74141DA}"/>
              </a:ext>
            </a:extLst>
          </p:cNvPr>
          <p:cNvSpPr/>
          <p:nvPr userDrawn="1"/>
        </p:nvSpPr>
        <p:spPr>
          <a:xfrm>
            <a:off x="11523394" y="4722526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6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4C9073DA-C31C-9A23-9098-FB3373B726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451759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5AFC4C49-58DA-BBF5-C8BC-750DBB9B55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072AA9-3B16-CCB8-9293-743ECB7A339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3698610758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orient="horz" pos="225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rvices Case Stu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98F30B3-5EC7-F9E7-27C8-3F2B3F5C27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1749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8F30B3-5EC7-F9E7-27C8-3F2B3F5C2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6">
            <a:extLst>
              <a:ext uri="{FF2B5EF4-FFF2-40B4-BE49-F238E27FC236}">
                <a16:creationId xmlns:a16="http://schemas.microsoft.com/office/drawing/2014/main" id="{879227B2-0C8A-35F3-2C82-7A50D3AAA2B3}"/>
              </a:ext>
            </a:extLst>
          </p:cNvPr>
          <p:cNvSpPr>
            <a:spLocks/>
          </p:cNvSpPr>
          <p:nvPr userDrawn="1"/>
        </p:nvSpPr>
        <p:spPr>
          <a:xfrm>
            <a:off x="405861" y="1594800"/>
            <a:ext cx="2259908" cy="4595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75" name="Rectangle 6">
            <a:extLst>
              <a:ext uri="{FF2B5EF4-FFF2-40B4-BE49-F238E27FC236}">
                <a16:creationId xmlns:a16="http://schemas.microsoft.com/office/drawing/2014/main" id="{8FBDB5B4-AF16-99DB-DE52-49160BCC0930}"/>
              </a:ext>
            </a:extLst>
          </p:cNvPr>
          <p:cNvSpPr>
            <a:spLocks/>
          </p:cNvSpPr>
          <p:nvPr userDrawn="1"/>
        </p:nvSpPr>
        <p:spPr>
          <a:xfrm>
            <a:off x="9575171" y="1594800"/>
            <a:ext cx="2245355" cy="4595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8E6CDA89-CA04-C06F-0EE9-651BE43668B2}"/>
              </a:ext>
            </a:extLst>
          </p:cNvPr>
          <p:cNvSpPr>
            <a:spLocks/>
          </p:cNvSpPr>
          <p:nvPr userDrawn="1"/>
        </p:nvSpPr>
        <p:spPr>
          <a:xfrm>
            <a:off x="2862399" y="1594800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Portfolio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6BD60E86-BC6C-FD44-AA72-41883BDAABBC}"/>
              </a:ext>
            </a:extLst>
          </p:cNvPr>
          <p:cNvSpPr>
            <a:spLocks/>
          </p:cNvSpPr>
          <p:nvPr userDrawn="1"/>
        </p:nvSpPr>
        <p:spPr>
          <a:xfrm>
            <a:off x="5064912" y="1594800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Sourcing Mix</a:t>
            </a: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63439612-2CA8-AEAA-1DDF-B8935F74A116}"/>
              </a:ext>
            </a:extLst>
          </p:cNvPr>
          <p:cNvSpPr>
            <a:spLocks/>
          </p:cNvSpPr>
          <p:nvPr userDrawn="1"/>
        </p:nvSpPr>
        <p:spPr>
          <a:xfrm>
            <a:off x="7267426" y="1594800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l" rtl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Talent Mix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C2F54B-7280-EBF2-597C-D502789C1957}"/>
              </a:ext>
            </a:extLst>
          </p:cNvPr>
          <p:cNvSpPr txBox="1"/>
          <p:nvPr userDrawn="1"/>
        </p:nvSpPr>
        <p:spPr>
          <a:xfrm>
            <a:off x="407988" y="1222267"/>
            <a:ext cx="2257780" cy="338554"/>
          </a:xfrm>
          <a:prstGeom prst="rect">
            <a:avLst/>
          </a:prstGeom>
          <a:noFill/>
        </p:spPr>
        <p:txBody>
          <a:bodyPr wrap="square" lIns="72000" tIns="46800" rIns="72000" rtlCol="0">
            <a:spAutoFit/>
          </a:bodyPr>
          <a:lstStyle/>
          <a:p>
            <a:pPr rtl="0"/>
            <a:r>
              <a:rPr lang="en-US"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rPr>
              <a:t>As-Is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8032A0D-F0B4-2FFB-6C4F-3F8E01BF1ECB}"/>
              </a:ext>
            </a:extLst>
          </p:cNvPr>
          <p:cNvCxnSpPr>
            <a:cxnSpLocks/>
          </p:cNvCxnSpPr>
          <p:nvPr userDrawn="1"/>
        </p:nvCxnSpPr>
        <p:spPr>
          <a:xfrm>
            <a:off x="407987" y="1587813"/>
            <a:ext cx="2259909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17400FA-7CF0-7B88-A670-DE702FBF23C3}"/>
              </a:ext>
            </a:extLst>
          </p:cNvPr>
          <p:cNvCxnSpPr>
            <a:cxnSpLocks/>
          </p:cNvCxnSpPr>
          <p:nvPr userDrawn="1"/>
        </p:nvCxnSpPr>
        <p:spPr>
          <a:xfrm>
            <a:off x="9562745" y="1587813"/>
            <a:ext cx="2259909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44CE14-E48D-F8DF-73EA-F31773E5F405}"/>
              </a:ext>
            </a:extLst>
          </p:cNvPr>
          <p:cNvSpPr txBox="1"/>
          <p:nvPr userDrawn="1"/>
        </p:nvSpPr>
        <p:spPr>
          <a:xfrm>
            <a:off x="9562745" y="1222267"/>
            <a:ext cx="2257780" cy="338554"/>
          </a:xfrm>
          <a:prstGeom prst="rect">
            <a:avLst/>
          </a:prstGeom>
          <a:noFill/>
        </p:spPr>
        <p:txBody>
          <a:bodyPr wrap="square" lIns="72000" tIns="46800" rIns="72000" rtlCol="0">
            <a:spAutoFit/>
          </a:bodyPr>
          <a:lstStyle/>
          <a:p>
            <a:pPr rtl="0"/>
            <a:r>
              <a:rPr lang="en-US"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rPr>
              <a:t>To-Be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2F6F89-E7A0-C44C-117A-0F74BE67C1BE}"/>
              </a:ext>
            </a:extLst>
          </p:cNvPr>
          <p:cNvSpPr txBox="1"/>
          <p:nvPr userDrawn="1"/>
        </p:nvSpPr>
        <p:spPr>
          <a:xfrm>
            <a:off x="2862400" y="1222267"/>
            <a:ext cx="6529026" cy="338554"/>
          </a:xfrm>
          <a:prstGeom prst="rect">
            <a:avLst/>
          </a:prstGeom>
          <a:noFill/>
        </p:spPr>
        <p:txBody>
          <a:bodyPr wrap="square" lIns="72000" tIns="46800" rIns="72000" rtlCol="0">
            <a:spAutoFit/>
          </a:bodyPr>
          <a:lstStyle/>
          <a:p>
            <a:pPr rtl="0"/>
            <a:r>
              <a:rPr lang="en-US"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rPr>
              <a:t>Optimizations levers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C0A1B65-C02F-4015-305A-D7907BA87850}"/>
              </a:ext>
            </a:extLst>
          </p:cNvPr>
          <p:cNvCxnSpPr>
            <a:cxnSpLocks/>
          </p:cNvCxnSpPr>
          <p:nvPr userDrawn="1"/>
        </p:nvCxnSpPr>
        <p:spPr>
          <a:xfrm>
            <a:off x="2862399" y="1587813"/>
            <a:ext cx="6529027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6">
            <a:extLst>
              <a:ext uri="{FF2B5EF4-FFF2-40B4-BE49-F238E27FC236}">
                <a16:creationId xmlns:a16="http://schemas.microsoft.com/office/drawing/2014/main" id="{7868CACF-8157-8AC8-5AFF-1277317A167B}"/>
              </a:ext>
            </a:extLst>
          </p:cNvPr>
          <p:cNvSpPr>
            <a:spLocks/>
          </p:cNvSpPr>
          <p:nvPr userDrawn="1"/>
        </p:nvSpPr>
        <p:spPr>
          <a:xfrm>
            <a:off x="2862399" y="3924979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Location Mix</a:t>
            </a:r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7679A0E6-7C20-EC26-FB57-6E3B65521C73}"/>
              </a:ext>
            </a:extLst>
          </p:cNvPr>
          <p:cNvSpPr>
            <a:spLocks/>
          </p:cNvSpPr>
          <p:nvPr userDrawn="1"/>
        </p:nvSpPr>
        <p:spPr>
          <a:xfrm>
            <a:off x="5064912" y="3924979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Execution</a:t>
            </a: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533C18BE-2278-923E-5B30-CD8B4EF9F44F}"/>
              </a:ext>
            </a:extLst>
          </p:cNvPr>
          <p:cNvSpPr>
            <a:spLocks/>
          </p:cNvSpPr>
          <p:nvPr userDrawn="1"/>
        </p:nvSpPr>
        <p:spPr>
          <a:xfrm>
            <a:off x="7267426" y="3924979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l" rtl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Service Quality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9E1961A-44E6-91CC-F6B5-30864474596E}"/>
              </a:ext>
            </a:extLst>
          </p:cNvPr>
          <p:cNvSpPr/>
          <p:nvPr userDrawn="1"/>
        </p:nvSpPr>
        <p:spPr>
          <a:xfrm>
            <a:off x="4690687" y="1647565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B00DA93-A91E-7A0C-D022-AD8894417395}"/>
              </a:ext>
            </a:extLst>
          </p:cNvPr>
          <p:cNvSpPr/>
          <p:nvPr userDrawn="1"/>
        </p:nvSpPr>
        <p:spPr>
          <a:xfrm>
            <a:off x="6893201" y="1647565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133E646-D045-5F84-FAA7-E63DF6CFA62A}"/>
              </a:ext>
            </a:extLst>
          </p:cNvPr>
          <p:cNvSpPr/>
          <p:nvPr userDrawn="1"/>
        </p:nvSpPr>
        <p:spPr>
          <a:xfrm>
            <a:off x="9099117" y="1647565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6192"/>
                </a:solidFill>
                <a:latin typeface="Allianz Neo Bold"/>
              </a:rPr>
              <a:t>3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68C08B-08DE-83E7-87EF-B84B05472B22}"/>
              </a:ext>
            </a:extLst>
          </p:cNvPr>
          <p:cNvSpPr/>
          <p:nvPr userDrawn="1"/>
        </p:nvSpPr>
        <p:spPr>
          <a:xfrm>
            <a:off x="4690687" y="3978379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4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59FAE36-1371-7591-BED1-4793F141DABC}"/>
              </a:ext>
            </a:extLst>
          </p:cNvPr>
          <p:cNvSpPr/>
          <p:nvPr userDrawn="1"/>
        </p:nvSpPr>
        <p:spPr>
          <a:xfrm>
            <a:off x="6893201" y="3978379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8F9EF21-53B9-AE6F-C0AE-42CD668F095B}"/>
              </a:ext>
            </a:extLst>
          </p:cNvPr>
          <p:cNvSpPr/>
          <p:nvPr userDrawn="1"/>
        </p:nvSpPr>
        <p:spPr>
          <a:xfrm>
            <a:off x="9099117" y="3978379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6</a:t>
            </a:r>
          </a:p>
        </p:txBody>
      </p:sp>
      <p:sp>
        <p:nvSpPr>
          <p:cNvPr id="3" name="Title Text">
            <a:extLst>
              <a:ext uri="{FF2B5EF4-FFF2-40B4-BE49-F238E27FC236}">
                <a16:creationId xmlns:a16="http://schemas.microsoft.com/office/drawing/2014/main" id="{848DE23E-DAB6-8C40-117C-ECF694A673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451759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B179112-315B-2268-9430-29DFFBFCEB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1A292E-993A-EB1F-6285-807C756FE67E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190605960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LAIN">
    <p:bg>
      <p:bgPr>
        <a:solidFill>
          <a:srgbClr val="DF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773295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>
            <a:extLst>
              <a:ext uri="{FF2B5EF4-FFF2-40B4-BE49-F238E27FC236}">
                <a16:creationId xmlns:a16="http://schemas.microsoft.com/office/drawing/2014/main" id="{D39EE0EC-0047-7508-70CD-39173C296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36713"/>
            <a:ext cx="9612312" cy="762000"/>
          </a:xfrm>
          <a:prstGeom prst="rect">
            <a:avLst/>
          </a:prstGeom>
        </p:spPr>
        <p:txBody>
          <a:bodyPr vert="horz" lIns="0"/>
          <a:lstStyle>
            <a:lvl1pPr rtl="0">
              <a:defRPr b="0" i="0">
                <a:latin typeface="+mn-lt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787FC-2481-CF59-3A34-9FBA477441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2149802427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steps">
    <p:bg>
      <p:bgPr>
        <a:solidFill>
          <a:srgbClr val="DF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5801358-5253-9DF9-FE74-4725E7AF6D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885536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5801358-5253-9DF9-FE74-4725E7AF6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Text">
            <a:extLst>
              <a:ext uri="{FF2B5EF4-FFF2-40B4-BE49-F238E27FC236}">
                <a16:creationId xmlns:a16="http://schemas.microsoft.com/office/drawing/2014/main" id="{41537893-A6BD-FD97-7160-4757617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762000"/>
            <a:ext cx="11412538" cy="762000"/>
          </a:xfrm>
          <a:prstGeom prst="rect">
            <a:avLst/>
          </a:prstGeom>
        </p:spPr>
        <p:txBody>
          <a:bodyPr vert="horz" lIns="0"/>
          <a:lstStyle>
            <a:lvl1pPr rtl="0">
              <a:defRPr sz="4000" b="1" i="0">
                <a:latin typeface="Allianz Neo SemiBold" panose="020B0504020203020204" pitchFamily="34" charset="77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9AA7F29A-3A15-EAD4-35F1-ED2CDBD5C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119" y="474633"/>
            <a:ext cx="11412406" cy="2092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Tx/>
              <a:buNone/>
              <a:defRPr sz="15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Mastertextformat bearbeiten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822799-F10F-C06A-42D7-04521B37444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3440765546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rvices Case Stu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A5DA4CB-88FC-1DD5-892C-19F36AF042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45478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5DA4CB-88FC-1DD5-892C-19F36AF042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6">
            <a:extLst>
              <a:ext uri="{FF2B5EF4-FFF2-40B4-BE49-F238E27FC236}">
                <a16:creationId xmlns:a16="http://schemas.microsoft.com/office/drawing/2014/main" id="{879227B2-0C8A-35F3-2C82-7A50D3AAA2B3}"/>
              </a:ext>
            </a:extLst>
          </p:cNvPr>
          <p:cNvSpPr>
            <a:spLocks/>
          </p:cNvSpPr>
          <p:nvPr userDrawn="1"/>
        </p:nvSpPr>
        <p:spPr>
          <a:xfrm>
            <a:off x="405861" y="1594800"/>
            <a:ext cx="2259908" cy="4595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75" name="Rectangle 6">
            <a:extLst>
              <a:ext uri="{FF2B5EF4-FFF2-40B4-BE49-F238E27FC236}">
                <a16:creationId xmlns:a16="http://schemas.microsoft.com/office/drawing/2014/main" id="{8FBDB5B4-AF16-99DB-DE52-49160BCC0930}"/>
              </a:ext>
            </a:extLst>
          </p:cNvPr>
          <p:cNvSpPr>
            <a:spLocks/>
          </p:cNvSpPr>
          <p:nvPr userDrawn="1"/>
        </p:nvSpPr>
        <p:spPr>
          <a:xfrm>
            <a:off x="9575171" y="1594800"/>
            <a:ext cx="2245355" cy="4595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llianz Neo Regular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8BECDCA-903B-C55B-2CC7-0F5B6C745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338400"/>
            <a:ext cx="11411864" cy="493486"/>
          </a:xfrm>
          <a:prstGeom prst="rect">
            <a:avLst/>
          </a:prstGeom>
        </p:spPr>
        <p:txBody>
          <a:bodyPr vert="horz" lIns="0" tIns="0" rIns="0" bIns="0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8E6CDA89-CA04-C06F-0EE9-651BE43668B2}"/>
              </a:ext>
            </a:extLst>
          </p:cNvPr>
          <p:cNvSpPr>
            <a:spLocks/>
          </p:cNvSpPr>
          <p:nvPr userDrawn="1"/>
        </p:nvSpPr>
        <p:spPr>
          <a:xfrm>
            <a:off x="2862399" y="1594800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Portfolio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6BD60E86-BC6C-FD44-AA72-41883BDAABBC}"/>
              </a:ext>
            </a:extLst>
          </p:cNvPr>
          <p:cNvSpPr>
            <a:spLocks/>
          </p:cNvSpPr>
          <p:nvPr userDrawn="1"/>
        </p:nvSpPr>
        <p:spPr>
          <a:xfrm>
            <a:off x="5064912" y="1594800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Sourcing Mix</a:t>
            </a: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63439612-2CA8-AEAA-1DDF-B8935F74A116}"/>
              </a:ext>
            </a:extLst>
          </p:cNvPr>
          <p:cNvSpPr>
            <a:spLocks/>
          </p:cNvSpPr>
          <p:nvPr userDrawn="1"/>
        </p:nvSpPr>
        <p:spPr>
          <a:xfrm>
            <a:off x="7267426" y="1594800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l" rtl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Talent Mix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C2F54B-7280-EBF2-597C-D502789C1957}"/>
              </a:ext>
            </a:extLst>
          </p:cNvPr>
          <p:cNvSpPr txBox="1"/>
          <p:nvPr userDrawn="1"/>
        </p:nvSpPr>
        <p:spPr>
          <a:xfrm>
            <a:off x="407988" y="1222267"/>
            <a:ext cx="2257780" cy="338554"/>
          </a:xfrm>
          <a:prstGeom prst="rect">
            <a:avLst/>
          </a:prstGeom>
          <a:noFill/>
        </p:spPr>
        <p:txBody>
          <a:bodyPr wrap="square" lIns="72000" tIns="46800" rIns="72000" rtlCol="0">
            <a:spAutoFit/>
          </a:bodyPr>
          <a:lstStyle/>
          <a:p>
            <a:pPr rtl="0"/>
            <a:r>
              <a:rPr lang="en-US"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rPr>
              <a:t>As-Is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8032A0D-F0B4-2FFB-6C4F-3F8E01BF1ECB}"/>
              </a:ext>
            </a:extLst>
          </p:cNvPr>
          <p:cNvCxnSpPr>
            <a:cxnSpLocks/>
          </p:cNvCxnSpPr>
          <p:nvPr userDrawn="1"/>
        </p:nvCxnSpPr>
        <p:spPr>
          <a:xfrm>
            <a:off x="407987" y="1587813"/>
            <a:ext cx="2259909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17400FA-7CF0-7B88-A670-DE702FBF23C3}"/>
              </a:ext>
            </a:extLst>
          </p:cNvPr>
          <p:cNvCxnSpPr>
            <a:cxnSpLocks/>
          </p:cNvCxnSpPr>
          <p:nvPr userDrawn="1"/>
        </p:nvCxnSpPr>
        <p:spPr>
          <a:xfrm>
            <a:off x="9562745" y="1587813"/>
            <a:ext cx="2259909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44CE14-E48D-F8DF-73EA-F31773E5F405}"/>
              </a:ext>
            </a:extLst>
          </p:cNvPr>
          <p:cNvSpPr txBox="1"/>
          <p:nvPr userDrawn="1"/>
        </p:nvSpPr>
        <p:spPr>
          <a:xfrm>
            <a:off x="9562745" y="1222267"/>
            <a:ext cx="2257780" cy="338554"/>
          </a:xfrm>
          <a:prstGeom prst="rect">
            <a:avLst/>
          </a:prstGeom>
          <a:noFill/>
        </p:spPr>
        <p:txBody>
          <a:bodyPr wrap="square" lIns="72000" tIns="46800" rIns="72000" rtlCol="0">
            <a:spAutoFit/>
          </a:bodyPr>
          <a:lstStyle/>
          <a:p>
            <a:pPr rtl="0"/>
            <a:r>
              <a:rPr lang="en-US"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rPr>
              <a:t>To-Be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2F6F89-E7A0-C44C-117A-0F74BE67C1BE}"/>
              </a:ext>
            </a:extLst>
          </p:cNvPr>
          <p:cNvSpPr txBox="1"/>
          <p:nvPr userDrawn="1"/>
        </p:nvSpPr>
        <p:spPr>
          <a:xfrm>
            <a:off x="2862400" y="1222267"/>
            <a:ext cx="6529026" cy="338554"/>
          </a:xfrm>
          <a:prstGeom prst="rect">
            <a:avLst/>
          </a:prstGeom>
          <a:noFill/>
        </p:spPr>
        <p:txBody>
          <a:bodyPr wrap="square" lIns="72000" tIns="46800" rIns="72000" rtlCol="0">
            <a:spAutoFit/>
          </a:bodyPr>
          <a:lstStyle/>
          <a:p>
            <a:pPr rtl="0"/>
            <a:r>
              <a:rPr lang="en-US" sz="1600">
                <a:solidFill>
                  <a:srgbClr val="003781"/>
                </a:solidFill>
                <a:latin typeface="Allianz Neo Regular" panose="020B0504020203020204" pitchFamily="34" charset="77"/>
                <a:cs typeface="Arial" panose="020B0604020202020204" pitchFamily="34" charset="0"/>
              </a:rPr>
              <a:t>Optimizations levers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C0A1B65-C02F-4015-305A-D7907BA87850}"/>
              </a:ext>
            </a:extLst>
          </p:cNvPr>
          <p:cNvCxnSpPr>
            <a:cxnSpLocks/>
          </p:cNvCxnSpPr>
          <p:nvPr userDrawn="1"/>
        </p:nvCxnSpPr>
        <p:spPr>
          <a:xfrm>
            <a:off x="2862399" y="1587813"/>
            <a:ext cx="6529027" cy="0"/>
          </a:xfrm>
          <a:prstGeom prst="line">
            <a:avLst/>
          </a:prstGeom>
          <a:ln w="19050">
            <a:solidFill>
              <a:srgbClr val="003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6">
            <a:extLst>
              <a:ext uri="{FF2B5EF4-FFF2-40B4-BE49-F238E27FC236}">
                <a16:creationId xmlns:a16="http://schemas.microsoft.com/office/drawing/2014/main" id="{7868CACF-8157-8AC8-5AFF-1277317A167B}"/>
              </a:ext>
            </a:extLst>
          </p:cNvPr>
          <p:cNvSpPr>
            <a:spLocks/>
          </p:cNvSpPr>
          <p:nvPr userDrawn="1"/>
        </p:nvSpPr>
        <p:spPr>
          <a:xfrm>
            <a:off x="2862399" y="3924979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Location Mix</a:t>
            </a:r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7679A0E6-7C20-EC26-FB57-6E3B65521C73}"/>
              </a:ext>
            </a:extLst>
          </p:cNvPr>
          <p:cNvSpPr>
            <a:spLocks/>
          </p:cNvSpPr>
          <p:nvPr userDrawn="1"/>
        </p:nvSpPr>
        <p:spPr>
          <a:xfrm>
            <a:off x="5064912" y="3924979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  <a:ea typeface="+mn-ea"/>
                <a:cs typeface="+mn-cs"/>
              </a:rPr>
              <a:t>Execution</a:t>
            </a:r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533C18BE-2278-923E-5B30-CD8B4EF9F44F}"/>
              </a:ext>
            </a:extLst>
          </p:cNvPr>
          <p:cNvSpPr>
            <a:spLocks/>
          </p:cNvSpPr>
          <p:nvPr userDrawn="1"/>
        </p:nvSpPr>
        <p:spPr>
          <a:xfrm>
            <a:off x="7267426" y="3924979"/>
            <a:ext cx="2124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l" rtl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llianz Neo Regular"/>
              </a:rPr>
              <a:t>Service Quality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9E1961A-44E6-91CC-F6B5-30864474596E}"/>
              </a:ext>
            </a:extLst>
          </p:cNvPr>
          <p:cNvSpPr/>
          <p:nvPr userDrawn="1"/>
        </p:nvSpPr>
        <p:spPr>
          <a:xfrm>
            <a:off x="4690687" y="1647565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B00DA93-A91E-7A0C-D022-AD8894417395}"/>
              </a:ext>
            </a:extLst>
          </p:cNvPr>
          <p:cNvSpPr/>
          <p:nvPr userDrawn="1"/>
        </p:nvSpPr>
        <p:spPr>
          <a:xfrm>
            <a:off x="6893201" y="1647565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133E646-D045-5F84-FAA7-E63DF6CFA62A}"/>
              </a:ext>
            </a:extLst>
          </p:cNvPr>
          <p:cNvSpPr/>
          <p:nvPr userDrawn="1"/>
        </p:nvSpPr>
        <p:spPr>
          <a:xfrm>
            <a:off x="9099117" y="1647565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6192"/>
                </a:solidFill>
                <a:latin typeface="Allianz Neo Bold"/>
              </a:rPr>
              <a:t>3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6192"/>
              </a:solidFill>
              <a:effectLst/>
              <a:uLnTx/>
              <a:uFillTx/>
              <a:latin typeface="Allianz Neo Bold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68C08B-08DE-83E7-87EF-B84B05472B22}"/>
              </a:ext>
            </a:extLst>
          </p:cNvPr>
          <p:cNvSpPr/>
          <p:nvPr userDrawn="1"/>
        </p:nvSpPr>
        <p:spPr>
          <a:xfrm>
            <a:off x="4690687" y="3978379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4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59FAE36-1371-7591-BED1-4793F141DABC}"/>
              </a:ext>
            </a:extLst>
          </p:cNvPr>
          <p:cNvSpPr/>
          <p:nvPr userDrawn="1"/>
        </p:nvSpPr>
        <p:spPr>
          <a:xfrm>
            <a:off x="6893201" y="3978379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8F9EF21-53B9-AE6F-C0AE-42CD668F095B}"/>
              </a:ext>
            </a:extLst>
          </p:cNvPr>
          <p:cNvSpPr/>
          <p:nvPr userDrawn="1"/>
        </p:nvSpPr>
        <p:spPr>
          <a:xfrm>
            <a:off x="9099117" y="3978379"/>
            <a:ext cx="252000" cy="252000"/>
          </a:xfrm>
          <a:prstGeom prst="ellipse">
            <a:avLst/>
          </a:prstGeom>
          <a:solidFill>
            <a:srgbClr val="FFFFFF"/>
          </a:solidFill>
          <a:ln w="9525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6192"/>
                </a:solidFill>
                <a:effectLst/>
                <a:uLnTx/>
                <a:uFillTx/>
                <a:latin typeface="Allianz Neo Bold"/>
                <a:ea typeface="+mn-ea"/>
                <a:cs typeface="+mn-cs"/>
              </a:rPr>
              <a:t>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98BB5-73BF-1D81-F840-955276370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</p:spTree>
    <p:extLst>
      <p:ext uri="{BB962C8B-B14F-4D97-AF65-F5344CB8AC3E}">
        <p14:creationId xmlns:p14="http://schemas.microsoft.com/office/powerpoint/2010/main" val="1166934107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68A99-0ABE-E550-B0B1-FB26159D13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9331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68A99-0ABE-E550-B0B1-FB26159D13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6654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rtl="0">
              <a:lnSpc>
                <a:spcPts val="2400"/>
              </a:lnSpc>
              <a:defRPr sz="2000" b="1" i="0">
                <a:latin typeface="+mj-lt"/>
              </a:defRPr>
            </a:lvl1pPr>
          </a:lstStyle>
          <a:p>
            <a:r>
              <a:rPr lang="en-US"/>
              <a:t>Place headline here (20pt)</a:t>
            </a:r>
            <a:br>
              <a:rPr lang="en-US"/>
            </a:br>
            <a:r>
              <a:rPr lang="en-US"/>
              <a:t>Place headline here (20pt)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A0C99-9371-BA4B-AC9A-29059C3A8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070273"/>
            <a:ext cx="11430000" cy="19972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ts val="1800"/>
              </a:lnSpc>
              <a:spcAft>
                <a:spcPts val="0"/>
              </a:spcAft>
              <a:buNone/>
              <a:defRPr sz="1400" b="0" i="0">
                <a:solidFill>
                  <a:schemeClr val="accent2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Place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0299796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nutzerdefiniertes Layout">
    <p:bg>
      <p:bgPr>
        <a:solidFill>
          <a:srgbClr val="0061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29549BC-8A60-988C-BE9A-0B713A6B8D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9785138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29549BC-8A60-988C-BE9A-0B713A6B8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2903050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3A3BD36-0C79-B88C-5881-E2CDFEAD42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610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A3BD36-0C79-B88C-5881-E2CDFEAD42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09582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315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78">
          <p15:clr>
            <a:srgbClr val="FBAE40"/>
          </p15:clr>
        </p15:guide>
        <p15:guide id="3" orient="horz" pos="255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7327C27-A2DC-DCD6-1BD1-95887E9DC5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5924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327C27-A2DC-DCD6-1BD1-95887E9DC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23E0E9F-D47F-7474-4A1A-A75A0BB40A82}"/>
              </a:ext>
            </a:extLst>
          </p:cNvPr>
          <p:cNvSpPr/>
          <p:nvPr userDrawn="1"/>
        </p:nvSpPr>
        <p:spPr>
          <a:xfrm>
            <a:off x="0" y="0"/>
            <a:ext cx="448583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rtl="0"/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4AAD687B-EC9A-EB45-5D1C-95FA2EC857CC}"/>
              </a:ext>
            </a:extLst>
          </p:cNvPr>
          <p:cNvSpPr/>
          <p:nvPr userDrawn="1"/>
        </p:nvSpPr>
        <p:spPr>
          <a:xfrm>
            <a:off x="3713582" y="-1"/>
            <a:ext cx="2743200" cy="6858000"/>
          </a:xfrm>
          <a:custGeom>
            <a:avLst/>
            <a:gdLst>
              <a:gd name="connsiteX0" fmla="*/ 516918 w 2743200"/>
              <a:gd name="connsiteY0" fmla="*/ 0 h 6858000"/>
              <a:gd name="connsiteX1" fmla="*/ 2226283 w 2743200"/>
              <a:gd name="connsiteY1" fmla="*/ 0 h 6858000"/>
              <a:gd name="connsiteX2" fmla="*/ 2290785 w 2743200"/>
              <a:gd name="connsiteY2" fmla="*/ 175762 h 6858000"/>
              <a:gd name="connsiteX3" fmla="*/ 2743200 w 2743200"/>
              <a:gd name="connsiteY3" fmla="*/ 3446710 h 6858000"/>
              <a:gd name="connsiteX4" fmla="*/ 2244066 w 2743200"/>
              <a:gd name="connsiteY4" fmla="*/ 6847292 h 6858000"/>
              <a:gd name="connsiteX5" fmla="*/ 2239825 w 2743200"/>
              <a:gd name="connsiteY5" fmla="*/ 6858000 h 6858000"/>
              <a:gd name="connsiteX6" fmla="*/ 503376 w 2743200"/>
              <a:gd name="connsiteY6" fmla="*/ 6858000 h 6858000"/>
              <a:gd name="connsiteX7" fmla="*/ 499135 w 2743200"/>
              <a:gd name="connsiteY7" fmla="*/ 6847292 h 6858000"/>
              <a:gd name="connsiteX8" fmla="*/ 0 w 2743200"/>
              <a:gd name="connsiteY8" fmla="*/ 3446710 h 6858000"/>
              <a:gd name="connsiteX9" fmla="*/ 452416 w 2743200"/>
              <a:gd name="connsiteY9" fmla="*/ 175762 h 6858000"/>
              <a:gd name="connsiteX10" fmla="*/ 516918 w 274320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43200" h="6858000">
                <a:moveTo>
                  <a:pt x="516918" y="0"/>
                </a:moveTo>
                <a:lnTo>
                  <a:pt x="2226283" y="0"/>
                </a:lnTo>
                <a:lnTo>
                  <a:pt x="2290785" y="175762"/>
                </a:lnTo>
                <a:cubicBezTo>
                  <a:pt x="2568613" y="982236"/>
                  <a:pt x="2743200" y="2148966"/>
                  <a:pt x="2743200" y="3446710"/>
                </a:cubicBezTo>
                <a:cubicBezTo>
                  <a:pt x="2743200" y="4815759"/>
                  <a:pt x="2548899" y="6039001"/>
                  <a:pt x="2244066" y="6847292"/>
                </a:cubicBezTo>
                <a:lnTo>
                  <a:pt x="2239825" y="6858000"/>
                </a:lnTo>
                <a:lnTo>
                  <a:pt x="503376" y="6858000"/>
                </a:lnTo>
                <a:lnTo>
                  <a:pt x="499135" y="6847292"/>
                </a:lnTo>
                <a:cubicBezTo>
                  <a:pt x="194301" y="6039001"/>
                  <a:pt x="0" y="4815759"/>
                  <a:pt x="0" y="3446710"/>
                </a:cubicBezTo>
                <a:cubicBezTo>
                  <a:pt x="0" y="2148966"/>
                  <a:pt x="174589" y="982236"/>
                  <a:pt x="452416" y="175762"/>
                </a:cubicBezTo>
                <a:lnTo>
                  <a:pt x="51691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56CC9C4-A795-504E-D13A-1CF4CC76707D}"/>
              </a:ext>
            </a:extLst>
          </p:cNvPr>
          <p:cNvGrpSpPr/>
          <p:nvPr userDrawn="1"/>
        </p:nvGrpSpPr>
        <p:grpSpPr>
          <a:xfrm flipH="1">
            <a:off x="0" y="0"/>
            <a:ext cx="2569336" cy="6858000"/>
            <a:chOff x="9622664" y="0"/>
            <a:chExt cx="2569336" cy="6858000"/>
          </a:xfrm>
        </p:grpSpPr>
        <p:sp>
          <p:nvSpPr>
            <p:cNvPr id="4" name="Google Shape;74;p11">
              <a:extLst>
                <a:ext uri="{FF2B5EF4-FFF2-40B4-BE49-F238E27FC236}">
                  <a16:creationId xmlns:a16="http://schemas.microsoft.com/office/drawing/2014/main" id="{59A6464D-8386-B81A-809E-6F405F2CE5C3}"/>
                </a:ext>
              </a:extLst>
            </p:cNvPr>
            <p:cNvSpPr/>
            <p:nvPr userDrawn="1"/>
          </p:nvSpPr>
          <p:spPr>
            <a:xfrm>
              <a:off x="9622664" y="0"/>
              <a:ext cx="2569336" cy="6858000"/>
            </a:xfrm>
            <a:custGeom>
              <a:avLst/>
              <a:gdLst/>
              <a:ahLst/>
              <a:cxnLst/>
              <a:rect l="l" t="t" r="r" b="b"/>
              <a:pathLst>
                <a:path w="2569336" h="6858000" extrusionOk="0">
                  <a:moveTo>
                    <a:pt x="1256538" y="0"/>
                  </a:moveTo>
                  <a:cubicBezTo>
                    <a:pt x="1569466" y="775024"/>
                    <a:pt x="1729804" y="1603165"/>
                    <a:pt x="1728788" y="2438972"/>
                  </a:cubicBezTo>
                  <a:cubicBezTo>
                    <a:pt x="1728788" y="4144582"/>
                    <a:pt x="1073023" y="5696966"/>
                    <a:pt x="0" y="6858000"/>
                  </a:cubicBezTo>
                  <a:lnTo>
                    <a:pt x="2569337" y="6858000"/>
                  </a:lnTo>
                  <a:lnTo>
                    <a:pt x="2569337" y="0"/>
                  </a:lnTo>
                  <a:close/>
                </a:path>
              </a:pathLst>
            </a:custGeom>
            <a:solidFill>
              <a:srgbClr val="FFFFFF">
                <a:alpha val="2067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>
                <a:latin typeface="Graphik" panose="020B0503030202060203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75;p11">
              <a:extLst>
                <a:ext uri="{FF2B5EF4-FFF2-40B4-BE49-F238E27FC236}">
                  <a16:creationId xmlns:a16="http://schemas.microsoft.com/office/drawing/2014/main" id="{15345131-7B52-9E69-0185-59BBBA7DCD10}"/>
                </a:ext>
              </a:extLst>
            </p:cNvPr>
            <p:cNvSpPr/>
            <p:nvPr userDrawn="1"/>
          </p:nvSpPr>
          <p:spPr>
            <a:xfrm>
              <a:off x="9822117" y="0"/>
              <a:ext cx="2369883" cy="6858000"/>
            </a:xfrm>
            <a:custGeom>
              <a:avLst/>
              <a:gdLst/>
              <a:ahLst/>
              <a:cxnLst/>
              <a:rect l="l" t="t" r="r" b="b"/>
              <a:pathLst>
                <a:path w="2369883" h="6858000" extrusionOk="0">
                  <a:moveTo>
                    <a:pt x="0" y="0"/>
                  </a:moveTo>
                  <a:cubicBezTo>
                    <a:pt x="1144905" y="1173671"/>
                    <a:pt x="1850327" y="2777998"/>
                    <a:pt x="1850327" y="4547172"/>
                  </a:cubicBezTo>
                  <a:cubicBezTo>
                    <a:pt x="1851215" y="5336680"/>
                    <a:pt x="1708277" y="6119749"/>
                    <a:pt x="1428432" y="6858000"/>
                  </a:cubicBezTo>
                  <a:lnTo>
                    <a:pt x="2369883" y="6858000"/>
                  </a:lnTo>
                  <a:lnTo>
                    <a:pt x="2369883" y="0"/>
                  </a:lnTo>
                  <a:close/>
                </a:path>
              </a:pathLst>
            </a:custGeom>
            <a:solidFill>
              <a:srgbClr val="FFFFFF">
                <a:alpha val="2067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>
                <a:latin typeface="Graphik" panose="020B0503030202060203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TS_Purple" descr="Accenture Greater Than symbol in purple">
            <a:extLst>
              <a:ext uri="{FF2B5EF4-FFF2-40B4-BE49-F238E27FC236}">
                <a16:creationId xmlns:a16="http://schemas.microsoft.com/office/drawing/2014/main" id="{4D8302EE-615A-58BA-A4B1-27674F3936A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rtl="0"/>
            <a:endParaRPr lang="en-US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5911EAA1-1064-47CF-CC27-94C6B06329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" y="368300"/>
            <a:ext cx="1339850" cy="1339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F508CD5-4A7E-E2B3-9CCF-240A5A0FF5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3400" y="368299"/>
            <a:ext cx="2170084" cy="1335809"/>
          </a:xfrm>
          <a:prstGeom prst="rect">
            <a:avLst/>
          </a:prstGeom>
        </p:spPr>
        <p:txBody>
          <a:bodyPr lIns="36000" tIns="0" rIns="0" bIns="0" anchor="t" anchorCtr="0"/>
          <a:lstStyle>
            <a:lvl1pPr marL="0" indent="0" rtl="0">
              <a:lnSpc>
                <a:spcPct val="90000"/>
              </a:lnSpc>
              <a:spcAft>
                <a:spcPts val="0"/>
              </a:spcAft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Haga clic para modificar los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AF417ABB-5FEF-6504-99F5-0D24EBF1CB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2152650"/>
            <a:ext cx="3218543" cy="4159250"/>
          </a:xfrm>
          <a:prstGeom prst="rect">
            <a:avLst/>
          </a:prstGeom>
        </p:spPr>
        <p:txBody>
          <a:bodyPr lIns="0" tIns="0" rIns="0" bIns="0"/>
          <a:lstStyle>
            <a:lvl1pPr rtl="0"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  <a:lvl2pPr rtl="0">
              <a:spcAft>
                <a:spcPts val="200"/>
              </a:spcAft>
              <a:defRPr sz="1000">
                <a:solidFill>
                  <a:schemeClr val="bg1"/>
                </a:solidFill>
              </a:defRPr>
            </a:lvl2pPr>
            <a:lvl3pPr rtl="0">
              <a:spcAft>
                <a:spcPts val="200"/>
              </a:spcAft>
              <a:defRPr sz="1000">
                <a:solidFill>
                  <a:schemeClr val="bg1"/>
                </a:solidFill>
              </a:defRPr>
            </a:lvl3pPr>
            <a:lvl4pPr rtl="0">
              <a:spcAft>
                <a:spcPts val="200"/>
              </a:spcAft>
              <a:defRPr sz="1000">
                <a:solidFill>
                  <a:schemeClr val="bg1"/>
                </a:solidFill>
              </a:defRPr>
            </a:lvl4pPr>
            <a:lvl5pPr rtl="0">
              <a:spcAft>
                <a:spcPts val="2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19" name="Marcador de texto 16">
            <a:extLst>
              <a:ext uri="{FF2B5EF4-FFF2-40B4-BE49-F238E27FC236}">
                <a16:creationId xmlns:a16="http://schemas.microsoft.com/office/drawing/2014/main" id="{E3071767-6733-3773-3290-45658180BD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76028" y="667442"/>
            <a:ext cx="7673975" cy="4137314"/>
          </a:xfrm>
          <a:prstGeom prst="rect">
            <a:avLst/>
          </a:prstGeom>
        </p:spPr>
        <p:txBody>
          <a:bodyPr lIns="0" tIns="0" rIns="0" bIns="0" numCol="2" spcCol="252000"/>
          <a:lstStyle>
            <a:lvl1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1pPr>
            <a:lvl2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2pPr>
            <a:lvl3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3pPr>
            <a:lvl4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4pPr>
            <a:lvl5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21" name="Marcador de texto 16">
            <a:extLst>
              <a:ext uri="{FF2B5EF4-FFF2-40B4-BE49-F238E27FC236}">
                <a16:creationId xmlns:a16="http://schemas.microsoft.com/office/drawing/2014/main" id="{8D17C666-C1F3-41B0-5328-32811F1F82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28" y="5250526"/>
            <a:ext cx="3755909" cy="1058834"/>
          </a:xfrm>
          <a:prstGeom prst="rect">
            <a:avLst/>
          </a:prstGeom>
        </p:spPr>
        <p:txBody>
          <a:bodyPr lIns="0" tIns="0" rIns="0" bIns="0" numCol="2" spcCol="180000"/>
          <a:lstStyle>
            <a:lvl1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1pPr>
            <a:lvl2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2pPr>
            <a:lvl3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3pPr>
            <a:lvl4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4pPr>
            <a:lvl5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23" name="Marcador de texto 16">
            <a:extLst>
              <a:ext uri="{FF2B5EF4-FFF2-40B4-BE49-F238E27FC236}">
                <a16:creationId xmlns:a16="http://schemas.microsoft.com/office/drawing/2014/main" id="{C90BAB47-3B69-20F7-3CD9-94B0F406DC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55090" y="5250526"/>
            <a:ext cx="3755909" cy="1058834"/>
          </a:xfrm>
          <a:prstGeom prst="rect">
            <a:avLst/>
          </a:prstGeom>
        </p:spPr>
        <p:txBody>
          <a:bodyPr lIns="0" tIns="0" rIns="0" bIns="0" numCol="2" spcCol="180000"/>
          <a:lstStyle>
            <a:lvl1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1pPr>
            <a:lvl2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2pPr>
            <a:lvl3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3pPr>
            <a:lvl4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4pPr>
            <a:lvl5pPr rtl="0">
              <a:spcAft>
                <a:spcPts val="200"/>
              </a:spcAft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pic>
        <p:nvPicPr>
          <p:cNvPr id="7" name="Acc_Alpha_White_Solid_RGB.ai" descr="Acc_Alpha_White_Solid_RGB.ai">
            <a:extLst>
              <a:ext uri="{FF2B5EF4-FFF2-40B4-BE49-F238E27FC236}">
                <a16:creationId xmlns:a16="http://schemas.microsoft.com/office/drawing/2014/main" id="{3F3F004B-1E44-CAB0-8083-DEA6E01E817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88" y="6535337"/>
            <a:ext cx="702809" cy="83745"/>
          </a:xfrm>
          <a:prstGeom prst="rect">
            <a:avLst/>
          </a:prstGeom>
          <a:ln w="3175">
            <a:miter lim="400000"/>
          </a:ln>
        </p:spPr>
      </p:pic>
      <p:pic>
        <p:nvPicPr>
          <p:cNvPr id="8" name="Grafik 6">
            <a:extLst>
              <a:ext uri="{FF2B5EF4-FFF2-40B4-BE49-F238E27FC236}">
                <a16:creationId xmlns:a16="http://schemas.microsoft.com/office/drawing/2014/main" id="{C4085E2B-4E1F-6F28-70EF-39C681D65D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9538" y="6515065"/>
            <a:ext cx="434110" cy="10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AEBDE3-C044-7A94-B121-707B998F70FA}"/>
              </a:ext>
            </a:extLst>
          </p:cNvPr>
          <p:cNvSpPr txBox="1"/>
          <p:nvPr userDrawn="1"/>
        </p:nvSpPr>
        <p:spPr>
          <a:xfrm>
            <a:off x="1243044" y="6493747"/>
            <a:ext cx="63501" cy="15875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 defTabSz="1218910" rtl="0" hangingPunct="1">
              <a:spcBef>
                <a:spcPts val="0"/>
              </a:spcBef>
              <a:spcAft>
                <a:spcPts val="1200"/>
              </a:spcAft>
            </a:pPr>
            <a:r>
              <a:rPr lang="en-US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3628170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01C0181-21D5-DB1B-198B-9EDE729759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3030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1C0181-21D5-DB1B-198B-9EDE72975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7813AF-9C57-7D99-136B-E1C2BF753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6D226B-F87C-996F-5EC0-E87C368D9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61A684-BED3-5AF1-9475-3B6C31A62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169D16-E8C1-0593-F205-C9B1842DA0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366838"/>
            <a:ext cx="11447462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4E604AEF-AD84-09D9-2081-4AFEEDDDDD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135"/>
            <a:ext cx="11447462" cy="354012"/>
          </a:xfrm>
        </p:spPr>
        <p:txBody>
          <a:bodyPr lIns="18000" anchor="t"/>
          <a:lstStyle>
            <a:lvl1pPr rtl="0"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3251383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04A84CC-2442-F093-BC7B-1118526DC0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426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4A84CC-2442-F093-BC7B-1118526DC0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B00CA5A-2409-4ED0-E351-5325631D2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045264"/>
            <a:ext cx="5711999" cy="3488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50917-1A3C-85EA-3B54-8BAAFBA3DD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AC2C0-4064-36A5-7362-7AD7E2F7D2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Bildplatzhalter 43">
            <a:extLst>
              <a:ext uri="{FF2B5EF4-FFF2-40B4-BE49-F238E27FC236}">
                <a16:creationId xmlns:a16="http://schemas.microsoft.com/office/drawing/2014/main" id="{5AD68A49-A7C5-5A6B-E88E-FBD989C02D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4002" y="1045462"/>
            <a:ext cx="2289478" cy="4574301"/>
          </a:xfrm>
          <a:custGeom>
            <a:avLst/>
            <a:gdLst>
              <a:gd name="connsiteX0" fmla="*/ 0 w 1585612"/>
              <a:gd name="connsiteY0" fmla="*/ 0 h 3168000"/>
              <a:gd name="connsiteX1" fmla="*/ 19832 w 1585612"/>
              <a:gd name="connsiteY1" fmla="*/ 0 h 3168000"/>
              <a:gd name="connsiteX2" fmla="*/ 1585612 w 1585612"/>
              <a:gd name="connsiteY2" fmla="*/ 389996 h 3168000"/>
              <a:gd name="connsiteX3" fmla="*/ 1585612 w 1585612"/>
              <a:gd name="connsiteY3" fmla="*/ 3168000 h 3168000"/>
              <a:gd name="connsiteX4" fmla="*/ 1561888 w 1585612"/>
              <a:gd name="connsiteY4" fmla="*/ 3168000 h 3168000"/>
              <a:gd name="connsiteX5" fmla="*/ 0 w 1585612"/>
              <a:gd name="connsiteY5" fmla="*/ 2778974 h 31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5612" h="3168000">
                <a:moveTo>
                  <a:pt x="0" y="0"/>
                </a:moveTo>
                <a:lnTo>
                  <a:pt x="19832" y="0"/>
                </a:lnTo>
                <a:lnTo>
                  <a:pt x="1585612" y="389996"/>
                </a:lnTo>
                <a:lnTo>
                  <a:pt x="1585612" y="3168000"/>
                </a:lnTo>
                <a:lnTo>
                  <a:pt x="1561888" y="3168000"/>
                </a:lnTo>
                <a:lnTo>
                  <a:pt x="0" y="277897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anchor="ctr">
            <a:no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3E5D6A9-3D43-DD63-5AD1-CE0B75EC2C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641028"/>
            <a:ext cx="517177" cy="348878"/>
          </a:xfrm>
          <a:noFill/>
        </p:spPr>
        <p:txBody>
          <a:bodyPr wrap="square" lIns="36000" tIns="0" rIns="3600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 i="0">
                <a:solidFill>
                  <a:schemeClr val="accent1"/>
                </a:solidFill>
                <a:latin typeface="Graphik-SemiboldItalic" panose="020B0703030202060203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2D338625-E07D-95E4-2A15-ACE00B1660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37351" y="2641028"/>
            <a:ext cx="4975237" cy="348878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F6CEDE1C-5A93-D31B-15C9-BD8C0A910E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3133624"/>
            <a:ext cx="517177" cy="348878"/>
          </a:xfrm>
          <a:noFill/>
        </p:spPr>
        <p:txBody>
          <a:bodyPr wrap="square" lIns="36000" tIns="0" rIns="3600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 i="0">
                <a:solidFill>
                  <a:schemeClr val="accent1"/>
                </a:solidFill>
                <a:latin typeface="Graphik-SemiboldItalic" panose="020B0703030202060203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7470137-C574-6EDF-E62D-11ECC7A79C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37351" y="3133624"/>
            <a:ext cx="4975237" cy="348878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FDD967CB-C216-9FA1-EB9E-91323F7EE6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3626220"/>
            <a:ext cx="517177" cy="348878"/>
          </a:xfrm>
          <a:noFill/>
        </p:spPr>
        <p:txBody>
          <a:bodyPr wrap="square" lIns="36000" tIns="0" rIns="3600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 i="0">
                <a:solidFill>
                  <a:schemeClr val="accent1"/>
                </a:solidFill>
                <a:latin typeface="Graphik-SemiboldItalic" panose="020B0703030202060203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9438C1DD-C42D-FE3F-9130-E527E8702A4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837351" y="3626220"/>
            <a:ext cx="4975237" cy="348878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EBBC3518-AECB-CDA6-C999-0F42F8BC38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118816"/>
            <a:ext cx="517177" cy="348878"/>
          </a:xfrm>
          <a:noFill/>
        </p:spPr>
        <p:txBody>
          <a:bodyPr wrap="square" lIns="36000" tIns="0" rIns="3600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 i="0">
                <a:solidFill>
                  <a:schemeClr val="accent1"/>
                </a:solidFill>
                <a:latin typeface="Graphik-SemiboldItalic" panose="020B0703030202060203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E37FE9F-D099-9953-9B59-A23F65DF43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37351" y="4118816"/>
            <a:ext cx="4975237" cy="348878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90F13A-0F6A-1DEF-249D-439DBE2FCF54}"/>
              </a:ext>
            </a:extLst>
          </p:cNvPr>
          <p:cNvSpPr/>
          <p:nvPr userDrawn="1"/>
        </p:nvSpPr>
        <p:spPr>
          <a:xfrm>
            <a:off x="6716264" y="2641028"/>
            <a:ext cx="18000" cy="348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627BA0-B389-BB64-ABBC-79A330E4332A}"/>
              </a:ext>
            </a:extLst>
          </p:cNvPr>
          <p:cNvSpPr/>
          <p:nvPr userDrawn="1"/>
        </p:nvSpPr>
        <p:spPr>
          <a:xfrm>
            <a:off x="6716264" y="3133624"/>
            <a:ext cx="18000" cy="348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9D6DF6-DA7F-5E49-B4E9-A3F4BCA5CA50}"/>
              </a:ext>
            </a:extLst>
          </p:cNvPr>
          <p:cNvSpPr/>
          <p:nvPr userDrawn="1"/>
        </p:nvSpPr>
        <p:spPr>
          <a:xfrm>
            <a:off x="6716264" y="3626220"/>
            <a:ext cx="18000" cy="348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FF528D-C9E9-89F1-608A-D3719C1F3E45}"/>
              </a:ext>
            </a:extLst>
          </p:cNvPr>
          <p:cNvSpPr/>
          <p:nvPr userDrawn="1"/>
        </p:nvSpPr>
        <p:spPr>
          <a:xfrm>
            <a:off x="6716264" y="4118816"/>
            <a:ext cx="18000" cy="348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CEF0AA-2014-E29F-22FC-9F5915378DC6}"/>
              </a:ext>
            </a:extLst>
          </p:cNvPr>
          <p:cNvSpPr/>
          <p:nvPr userDrawn="1"/>
        </p:nvSpPr>
        <p:spPr>
          <a:xfrm>
            <a:off x="6716264" y="4611413"/>
            <a:ext cx="18000" cy="348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9D2E1CFC-3884-3BAE-2AE6-3932449CE7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4611413"/>
            <a:ext cx="517177" cy="348878"/>
          </a:xfrm>
          <a:noFill/>
        </p:spPr>
        <p:txBody>
          <a:bodyPr wrap="square" lIns="36000" tIns="0" rIns="3600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 i="0">
                <a:solidFill>
                  <a:schemeClr val="accent1"/>
                </a:solidFill>
                <a:latin typeface="Graphik-SemiboldItalic" panose="020B0703030202060203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6C995745-DE38-C372-D1C7-881C3FA453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837351" y="4611413"/>
            <a:ext cx="4975237" cy="348878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endParaRPr lang="en-US"/>
          </a:p>
        </p:txBody>
      </p:sp>
      <p:sp useBgFill="1">
        <p:nvSpPr>
          <p:cNvPr id="7" name="Parallelogramm 6">
            <a:extLst>
              <a:ext uri="{FF2B5EF4-FFF2-40B4-BE49-F238E27FC236}">
                <a16:creationId xmlns:a16="http://schemas.microsoft.com/office/drawing/2014/main" id="{336EEDDF-FD10-D4ED-3D14-7BB06CAE6167}"/>
              </a:ext>
            </a:extLst>
          </p:cNvPr>
          <p:cNvSpPr/>
          <p:nvPr userDrawn="1"/>
        </p:nvSpPr>
        <p:spPr>
          <a:xfrm rot="5400000" flipV="1">
            <a:off x="1728882" y="2510413"/>
            <a:ext cx="4574301" cy="2287151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4841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58A935A-371E-1A4E-4B48-64410F18C4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20963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8A935A-371E-1A4E-4B48-64410F18C4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7813AF-9C57-7D99-136B-E1C2BF753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540000"/>
            <a:ext cx="11448000" cy="720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6D226B-F87C-996F-5EC0-E87C368D9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61A684-BED3-5AF1-9475-3B6C31A62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169D16-E8C1-0593-F205-C9B1842DA0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366838"/>
            <a:ext cx="5544000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5F9EF7D5-160A-31B7-027C-B25724FD7D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63999" y="1366838"/>
            <a:ext cx="5544000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C2D2FFB4-F36E-6E87-C1CF-5045692E4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135"/>
            <a:ext cx="11447462" cy="354012"/>
          </a:xfrm>
        </p:spPr>
        <p:txBody>
          <a:bodyPr lIns="18000" anchor="t"/>
          <a:lstStyle>
            <a:lvl1pPr rtl="0"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Optional breadcrumb navigation: If you want to use it update text here or delete textbox in masterslides</a:t>
            </a:r>
          </a:p>
        </p:txBody>
      </p:sp>
    </p:spTree>
    <p:extLst>
      <p:ext uri="{BB962C8B-B14F-4D97-AF65-F5344CB8AC3E}">
        <p14:creationId xmlns:p14="http://schemas.microsoft.com/office/powerpoint/2010/main" val="12693317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7AA7F6D-FB98-AD7D-C335-2A0A8F2B60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0989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AA7F6D-FB98-AD7D-C335-2A0A8F2B6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7813AF-9C57-7D99-136B-E1C2BF753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540000"/>
            <a:ext cx="11448000" cy="7200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6D226B-F87C-996F-5EC0-E87C368D9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61A684-BED3-5AF1-9475-3B6C31A62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169D16-E8C1-0593-F205-C9B1842DA0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366838"/>
            <a:ext cx="3574800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5F9EF7D5-160A-31B7-027C-B25724FD7D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4799" y="1366838"/>
            <a:ext cx="3567835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BBAAB526-0389-08D6-1F61-2BFAB37526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40164" y="1366838"/>
            <a:ext cx="3567835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818B8CEB-5F53-0B1E-82B9-FFBEDEE2F8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135"/>
            <a:ext cx="11447462" cy="354012"/>
          </a:xfrm>
        </p:spPr>
        <p:txBody>
          <a:bodyPr lIns="18000" anchor="t"/>
          <a:lstStyle>
            <a:lvl1pPr rtl="0"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Optional breadcrumb navigation: If you want to use it update text here or delete textbox in masterslides</a:t>
            </a:r>
          </a:p>
        </p:txBody>
      </p:sp>
    </p:spTree>
    <p:extLst>
      <p:ext uri="{BB962C8B-B14F-4D97-AF65-F5344CB8AC3E}">
        <p14:creationId xmlns:p14="http://schemas.microsoft.com/office/powerpoint/2010/main" val="93643736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4DDD4EB4-0D8D-D6BE-B2BB-418F6D18B5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3450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DD4EB4-0D8D-D6BE-B2BB-418F6D18B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34A8F31-D6CE-CE6B-12E3-823370CFC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540000"/>
            <a:ext cx="5482389" cy="2419092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00C5A-061C-158D-9DF4-7941A70D1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D27B9-1017-C5E3-93A3-4A99238B25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E3AB3-F5F8-1323-9E1D-4C710EACCAB4}"/>
              </a:ext>
            </a:extLst>
          </p:cNvPr>
          <p:cNvSpPr/>
          <p:nvPr userDrawn="1"/>
        </p:nvSpPr>
        <p:spPr bwMode="white">
          <a:xfrm>
            <a:off x="9144056" y="3155948"/>
            <a:ext cx="2993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F21606B-9B65-A2E5-D14E-D68EE2E6C764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Picture Placeholder 35">
            <a:extLst>
              <a:ext uri="{FF2B5EF4-FFF2-40B4-BE49-F238E27FC236}">
                <a16:creationId xmlns:a16="http://schemas.microsoft.com/office/drawing/2014/main" id="{90C25880-AB69-C335-B802-617F038F3DD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54001"/>
            <a:ext cx="3048024" cy="3097187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 rtl="0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to placeholder </a:t>
            </a:r>
          </a:p>
          <a:p>
            <a:r>
              <a:rPr lang="en-US"/>
              <a:t>or click icon to add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B95B5F10-180B-D0F1-C9C3-0471574C0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 rtl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/>
              <a:t>00x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81CFBBAC-1D1E-BB5E-6234-60D38030D6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 rtl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rtl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rtl="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117B1DF6-6ED2-1E68-1C65-8FF22B6480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 rtl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/>
              <a:t>00x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08F81C9-75A9-DB39-652A-7A369C9653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 rtl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rtl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 rtl="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B4981AC7-005B-F69E-C0F9-5E8E8BC20E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 rtl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/>
              <a:t>00x</a:t>
            </a:r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0602D4D7-289F-D5B1-652F-0549516E06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 rtl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rtl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rtl="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14" name="Picture Placeholder 35">
            <a:extLst>
              <a:ext uri="{FF2B5EF4-FFF2-40B4-BE49-F238E27FC236}">
                <a16:creationId xmlns:a16="http://schemas.microsoft.com/office/drawing/2014/main" id="{D90011D7-A829-1777-0AE0-B9818BC7856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4000" y="3155942"/>
            <a:ext cx="2994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 rtl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Drag picture to placeholder </a:t>
            </a:r>
          </a:p>
          <a:p>
            <a:pPr marL="228600" lvl="0" indent="-228600" algn="ctr"/>
            <a:r>
              <a:rPr lang="en-US"/>
              <a:t>or click icon to add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333DB3CA-1B15-7A21-CC40-5B379FDAA0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 rtl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/>
              <a:t>00x</a:t>
            </a:r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8D767EBE-1665-4579-2F0C-867C501FF3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 rtl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rtl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rtl="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932973B3-B17B-9D79-27D9-8435E4EEA9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135"/>
            <a:ext cx="11447462" cy="354012"/>
          </a:xfrm>
        </p:spPr>
        <p:txBody>
          <a:bodyPr lIns="18000" anchor="t"/>
          <a:lstStyle>
            <a:lvl1pPr rtl="0"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Optional breadcrumb navigation: If you want to use it update text here or delete textbox in masterslides</a:t>
            </a:r>
          </a:p>
        </p:txBody>
      </p:sp>
    </p:spTree>
    <p:extLst>
      <p:ext uri="{BB962C8B-B14F-4D97-AF65-F5344CB8AC3E}">
        <p14:creationId xmlns:p14="http://schemas.microsoft.com/office/powerpoint/2010/main" val="297634347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FF89AAE-5E8B-BB00-EC7C-F208053CF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8446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F89AAE-5E8B-BB00-EC7C-F208053CF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2F63DCE-D8AE-EDB9-F17E-2D2864B456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539999"/>
            <a:ext cx="5736001" cy="5725863"/>
          </a:xfrm>
        </p:spPr>
        <p:txBody>
          <a:bodyPr vert="horz" anchor="ctr"/>
          <a:lstStyle>
            <a:lvl1pPr rtl="0">
              <a:defRPr sz="4000"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1EC340-28CC-A9DF-E68F-DDB9A79DA7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99864B-5AAC-FAFE-53E0-27AF645916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ildplatzhalter 46">
            <a:extLst>
              <a:ext uri="{FF2B5EF4-FFF2-40B4-BE49-F238E27FC236}">
                <a16:creationId xmlns:a16="http://schemas.microsoft.com/office/drawing/2014/main" id="{4960644F-5481-F9A9-F66D-CC7ABC169CC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844860"/>
            <a:ext cx="2676134" cy="5346824"/>
          </a:xfrm>
          <a:custGeom>
            <a:avLst/>
            <a:gdLst>
              <a:gd name="connsiteX0" fmla="*/ 1565780 w 1585613"/>
              <a:gd name="connsiteY0" fmla="*/ 0 h 3168000"/>
              <a:gd name="connsiteX1" fmla="*/ 1585613 w 1585613"/>
              <a:gd name="connsiteY1" fmla="*/ 0 h 3168000"/>
              <a:gd name="connsiteX2" fmla="*/ 1585613 w 1585613"/>
              <a:gd name="connsiteY2" fmla="*/ 2778974 h 3168000"/>
              <a:gd name="connsiteX3" fmla="*/ 23725 w 1585613"/>
              <a:gd name="connsiteY3" fmla="*/ 3168000 h 3168000"/>
              <a:gd name="connsiteX4" fmla="*/ 1 w 1585613"/>
              <a:gd name="connsiteY4" fmla="*/ 3168000 h 3168000"/>
              <a:gd name="connsiteX5" fmla="*/ 1 w 1585613"/>
              <a:gd name="connsiteY5" fmla="*/ 2782440 h 3168000"/>
              <a:gd name="connsiteX6" fmla="*/ 0 w 1585613"/>
              <a:gd name="connsiteY6" fmla="*/ 2782440 h 3168000"/>
              <a:gd name="connsiteX7" fmla="*/ 0 w 1585613"/>
              <a:gd name="connsiteY7" fmla="*/ 592810 h 3168000"/>
              <a:gd name="connsiteX8" fmla="*/ 1 w 1585613"/>
              <a:gd name="connsiteY8" fmla="*/ 592810 h 3168000"/>
              <a:gd name="connsiteX9" fmla="*/ 1 w 1585613"/>
              <a:gd name="connsiteY9" fmla="*/ 389996 h 31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5613" h="3168000">
                <a:moveTo>
                  <a:pt x="1565780" y="0"/>
                </a:moveTo>
                <a:lnTo>
                  <a:pt x="1585613" y="0"/>
                </a:lnTo>
                <a:lnTo>
                  <a:pt x="1585613" y="2778974"/>
                </a:lnTo>
                <a:lnTo>
                  <a:pt x="23725" y="3168000"/>
                </a:lnTo>
                <a:lnTo>
                  <a:pt x="1" y="3168000"/>
                </a:lnTo>
                <a:lnTo>
                  <a:pt x="1" y="2782440"/>
                </a:lnTo>
                <a:lnTo>
                  <a:pt x="0" y="2782440"/>
                </a:lnTo>
                <a:lnTo>
                  <a:pt x="0" y="592810"/>
                </a:lnTo>
                <a:lnTo>
                  <a:pt x="1" y="592810"/>
                </a:lnTo>
                <a:lnTo>
                  <a:pt x="1" y="389996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36000" anchor="ctr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Parallelogramm 8">
            <a:extLst>
              <a:ext uri="{FF2B5EF4-FFF2-40B4-BE49-F238E27FC236}">
                <a16:creationId xmlns:a16="http://schemas.microsoft.com/office/drawing/2014/main" id="{55E6F728-FB21-EF05-97E6-81C7B179519D}"/>
              </a:ext>
            </a:extLst>
          </p:cNvPr>
          <p:cNvSpPr/>
          <p:nvPr userDrawn="1"/>
        </p:nvSpPr>
        <p:spPr>
          <a:xfrm rot="16200000" flipH="1" flipV="1">
            <a:off x="7637754" y="2181565"/>
            <a:ext cx="5346825" cy="2673413"/>
          </a:xfrm>
          <a:prstGeom prst="parallelogram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0314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7B00909-847F-06FB-DFC7-33637BDBB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6664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B00909-847F-06FB-DFC7-33637BDBB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7813AF-9C57-7D99-136B-E1C2BF753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6D226B-F87C-996F-5EC0-E87C368D9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61A684-BED3-5AF1-9475-3B6C31A62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169D16-E8C1-0593-F205-C9B1842DA0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366838"/>
            <a:ext cx="11447462" cy="4896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9628800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Backgroun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7B456F7-5480-F1FC-4346-FC718A0807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8000">
                <a:srgbClr val="A101FF"/>
              </a:gs>
              <a:gs pos="0">
                <a:srgbClr val="F241B0"/>
              </a:gs>
              <a:gs pos="97000">
                <a:srgbClr val="12A0D4"/>
              </a:gs>
              <a:gs pos="78000">
                <a:srgbClr val="4D69FC"/>
              </a:gs>
              <a:gs pos="65000">
                <a:srgbClr val="752AFF">
                  <a:lumMod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1910" tIns="71910" rIns="71910" bIns="71910" rtlCol="0" anchor="ctr"/>
          <a:lstStyle/>
          <a:p>
            <a:pPr algn="ctr" rtl="0"/>
            <a:endParaRPr lang="en-US" sz="1799"/>
          </a:p>
        </p:txBody>
      </p:sp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BFCA6A6-EBDC-6F6A-8930-00A7081BF4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8805997"/>
              </p:ext>
            </p:ext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BFCA6A6-EBDC-6F6A-8930-00A7081BF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">
            <a:extLst>
              <a:ext uri="{FF2B5EF4-FFF2-40B4-BE49-F238E27FC236}">
                <a16:creationId xmlns:a16="http://schemas.microsoft.com/office/drawing/2014/main" id="{702EEA9E-A2EF-4CFC-BF48-50F9F5B0955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562151" y="6443759"/>
            <a:ext cx="247262" cy="132523"/>
          </a:xfrm>
          <a:prstGeom prst="rect">
            <a:avLst/>
          </a:prstGeom>
        </p:spPr>
        <p:txBody>
          <a:bodyPr/>
          <a:lstStyle>
            <a:lvl1pPr rtl="0"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F25247-9B7C-2A02-45F3-06B24ADBC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2058" y="2301181"/>
            <a:ext cx="3505200" cy="888800"/>
          </a:xfrm>
        </p:spPr>
        <p:txBody>
          <a:bodyPr vert="horz" anchor="t"/>
          <a:lstStyle>
            <a:lvl1pPr rtl="0">
              <a:defRPr lang="de-DE" sz="5994" b="0" i="0" kern="0" spc="-11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Chapter title here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E1E1007-895D-3F30-AFBD-D3CBA94E08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15" y="2062165"/>
            <a:ext cx="1658937" cy="1366837"/>
          </a:xfrm>
        </p:spPr>
        <p:txBody>
          <a:bodyPr/>
          <a:lstStyle>
            <a:lvl1pPr algn="ctr" rtl="0">
              <a:defRPr sz="9988" b="0" i="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  <a:lvl2pPr>
              <a:defRPr sz="8788">
                <a:solidFill>
                  <a:schemeClr val="tx1"/>
                </a:solidFill>
              </a:defRPr>
            </a:lvl2pPr>
            <a:lvl3pPr>
              <a:defRPr sz="8788">
                <a:solidFill>
                  <a:schemeClr val="tx1"/>
                </a:solidFill>
              </a:defRPr>
            </a:lvl3pPr>
            <a:lvl4pPr>
              <a:defRPr sz="8788">
                <a:solidFill>
                  <a:schemeClr val="tx1"/>
                </a:solidFill>
              </a:defRPr>
            </a:lvl4pPr>
            <a:lvl5pPr>
              <a:defRPr sz="878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0AD8570-5C80-DFE6-C280-89A2AD27E2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1888" y="3717925"/>
            <a:ext cx="3517900" cy="1660525"/>
          </a:xfrm>
        </p:spPr>
        <p:txBody>
          <a:bodyPr/>
          <a:lstStyle>
            <a:lvl2pPr rtl="0">
              <a:buClr>
                <a:schemeClr val="bg1"/>
              </a:buClr>
              <a:defRPr sz="1998" b="0" i="0">
                <a:solidFill>
                  <a:schemeClr val="bg1"/>
                </a:solidFill>
                <a:latin typeface="Graphik Regular" panose="020B0503030202060203" pitchFamily="34" charset="77"/>
              </a:defRPr>
            </a:lvl2pPr>
            <a:lvl3pPr rtl="0">
              <a:buClr>
                <a:schemeClr val="bg1"/>
              </a:buClr>
              <a:defRPr sz="1998" b="0" i="0">
                <a:solidFill>
                  <a:schemeClr val="bg1"/>
                </a:solidFill>
                <a:latin typeface="Graphik Regular" panose="020B0503030202060203" pitchFamily="34" charset="77"/>
              </a:defRPr>
            </a:lvl3pPr>
            <a:lvl4pPr rtl="0">
              <a:buClr>
                <a:schemeClr val="bg1"/>
              </a:buClr>
              <a:defRPr sz="1998" b="0" i="0">
                <a:solidFill>
                  <a:schemeClr val="bg1"/>
                </a:solidFill>
                <a:latin typeface="Graphik Regular" panose="020B0503030202060203" pitchFamily="34" charset="77"/>
              </a:defRPr>
            </a:lvl4pPr>
            <a:lvl5pPr rtl="0">
              <a:buClr>
                <a:schemeClr val="bg1"/>
              </a:buClr>
              <a:defRPr sz="1998" b="0" i="0">
                <a:solidFill>
                  <a:schemeClr val="bg1"/>
                </a:solidFill>
                <a:latin typeface="Graphik Regular" panose="020B0503030202060203" pitchFamily="34" charset="77"/>
              </a:defRPr>
            </a:lvl5pPr>
          </a:lstStyle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EABDE7-AF65-6EFC-CCE5-1729F1EA69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70" y="6482518"/>
            <a:ext cx="191087" cy="20232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6F6D790-AE3E-5BD2-79AA-5531CEA2326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 rtl="0">
              <a:spcAft>
                <a:spcPts val="1200"/>
              </a:spcAft>
              <a:defRPr/>
            </a:pPr>
            <a:r>
              <a:rPr lang="en-US">
                <a:solidFill>
                  <a:schemeClr val="bg1">
                    <a:alpha val="75000"/>
                  </a:schemeClr>
                </a:solidFill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6233254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9FEC69E-C1A1-96E1-E9D2-A55B982364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17721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FEC69E-C1A1-96E1-E9D2-A55B982364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 vert="horz"/>
          <a:lstStyle>
            <a:lvl1pPr rtl="0">
              <a:defRPr sz="3200"/>
            </a:lvl1pPr>
          </a:lstStyle>
          <a:p>
            <a:r>
              <a:rPr lang="en-US"/>
              <a:t>Place headline here (32pt)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55C7E2-4E00-2CAE-AD7D-781BEF442E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371600"/>
            <a:ext cx="11430000" cy="49403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E2CB037-BF11-7794-AB98-2F37E833BE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5200" y="6537906"/>
            <a:ext cx="4114800" cy="201168"/>
          </a:xfrm>
        </p:spPr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690014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F381333-9809-4E7C-9F98-83878FDDC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7894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4" imgH="424" progId="TCLayout.ActiveDocument.1">
                  <p:embed/>
                </p:oleObj>
              </mc:Choice>
              <mc:Fallback>
                <p:oleObj name="think-cell Slide" r:id="rId4" imgW="424" imgH="42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F381333-9809-4E7C-9F98-83878FDDC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622887E3-2F27-45BD-8C97-346288C72FC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E477FC8-730E-4AD2-93AE-93D90AE26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11480"/>
            <a:ext cx="11522075" cy="415498"/>
          </a:xfrm>
        </p:spPr>
        <p:txBody>
          <a:bodyPr vert="horz" wrap="square" lIns="0" tIns="0" rIns="0" bIns="0">
            <a:spAutoFit/>
          </a:bodyPr>
          <a:lstStyle>
            <a:lvl1pPr rtl="0">
              <a:lnSpc>
                <a:spcPct val="90000"/>
              </a:lnSpc>
              <a:defRPr sz="3000"/>
            </a:lvl1pPr>
          </a:lstStyle>
          <a:p>
            <a:r>
              <a:rPr lang="en-US"/>
              <a:t>Place headline here (1 Zeile Max)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8054B03-F2B9-4B99-ABF8-9EEA29BC37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7321"/>
            <a:ext cx="11522075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2286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500" b="1" kern="1200" dirty="0">
                <a:solidFill>
                  <a:srgbClr val="7500C0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solidFill>
                  <a:srgbClr val="FF0000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 (2 Zeilen Max)</a:t>
            </a:r>
          </a:p>
          <a:p>
            <a:pPr marL="0" marR="0" lvl="0" indent="0" algn="l" defTabSz="2286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subtitle (2 Zeilen Max)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537F9-0E2C-43EA-A139-5F14195D6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rtl="0">
              <a:defRPr lang="en-US" sz="800" smtClean="0">
                <a:solidFill>
                  <a:schemeClr val="tx1"/>
                </a:solidFill>
                <a:latin typeface="+mj-lt"/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D5C5990-E96E-F5FD-0E90-DA902DC3FC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6238531"/>
            <a:ext cx="11522075" cy="178143"/>
          </a:xfrm>
          <a:prstGeom prst="rect">
            <a:avLst/>
          </a:prstGeom>
        </p:spPr>
        <p:txBody>
          <a:bodyPr lIns="0" tIns="0" rIns="0" bIns="0" anchor="b"/>
          <a:lstStyle>
            <a:lvl1pPr rtl="0">
              <a:defRPr sz="800" i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E4F5467-A08D-B71F-206A-99C4D98BDC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5200" y="6537906"/>
            <a:ext cx="4114800" cy="201168"/>
          </a:xfrm>
        </p:spPr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423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Borde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CA33016-305B-F5D9-2B2B-C7AEE5A1B3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0488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A33016-305B-F5D9-2B2B-C7AEE5A1B3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blurry purple and orange background&#10;&#10;Description automatically generated">
            <a:extLst>
              <a:ext uri="{FF2B5EF4-FFF2-40B4-BE49-F238E27FC236}">
                <a16:creationId xmlns:a16="http://schemas.microsoft.com/office/drawing/2014/main" id="{BA03C026-0B91-C486-DE80-F1965BA594F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A04880F3-7639-4BAB-BA2F-8507DFC5A6AB}"/>
              </a:ext>
            </a:extLst>
          </p:cNvPr>
          <p:cNvSpPr/>
          <p:nvPr userDrawn="1"/>
        </p:nvSpPr>
        <p:spPr>
          <a:xfrm>
            <a:off x="90714" y="0"/>
            <a:ext cx="12101286" cy="6764262"/>
          </a:xfrm>
          <a:custGeom>
            <a:avLst/>
            <a:gdLst/>
            <a:ahLst/>
            <a:cxnLst/>
            <a:rect l="l" t="t" r="r" b="b"/>
            <a:pathLst>
              <a:path w="13716000" h="7315200">
                <a:moveTo>
                  <a:pt x="13716000" y="0"/>
                </a:moveTo>
                <a:lnTo>
                  <a:pt x="0" y="0"/>
                </a:lnTo>
                <a:lnTo>
                  <a:pt x="0" y="7315200"/>
                </a:lnTo>
                <a:lnTo>
                  <a:pt x="13716000" y="7315200"/>
                </a:lnTo>
                <a:lnTo>
                  <a:pt x="13716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rtl="0"/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45A4F9E-5B2D-1DBD-E298-885534F5F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6430685"/>
            <a:ext cx="289559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 rtl="0">
              <a:defRPr lang="en-CR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7F01AE-15E9-4B55-0117-B6FF6B921A5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000" y="6422087"/>
            <a:ext cx="183680" cy="201600"/>
          </a:xfrm>
          <a:prstGeom prst="rect">
            <a:avLst/>
          </a:prstGeom>
        </p:spPr>
      </p:pic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AB1AE98-2777-D16D-4272-94CFFB119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24544" y="6441933"/>
            <a:ext cx="2505456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marL="0" marR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lang="en-GB" sz="80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2025 Accenture. All rights reserved. </a:t>
            </a: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6702A85E-148A-A631-CF45-E1C32F008B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575" y="400456"/>
            <a:ext cx="11418424" cy="470248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lnSpc>
                <a:spcPct val="80000"/>
              </a:lnSpc>
              <a:defRPr sz="3200" b="0" i="0" cap="none" spc="0">
                <a:solidFill>
                  <a:schemeClr val="tx1"/>
                </a:solidFill>
                <a:latin typeface="Graphik-Medium" panose="020B0503030202060203" pitchFamily="34" charset="77"/>
              </a:defRPr>
            </a:lvl1pPr>
          </a:lstStyle>
          <a:p>
            <a:r>
              <a:rPr lang="en-US"/>
              <a:t>Slide title goes here 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E256F5D-9373-C181-8729-1CAB6A58E2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92575" y="854760"/>
            <a:ext cx="11418407" cy="2631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rtl="0"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US"/>
              <a:t>Place subtitle here 18pt</a:t>
            </a:r>
          </a:p>
        </p:txBody>
      </p:sp>
    </p:spTree>
    <p:extLst>
      <p:ext uri="{BB962C8B-B14F-4D97-AF65-F5344CB8AC3E}">
        <p14:creationId xmlns:p14="http://schemas.microsoft.com/office/powerpoint/2010/main" val="305121916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10CAFBF-C58F-4622-A43C-A537DB48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1722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73" imgH="573" progId="TCLayout.ActiveDocument.1">
                  <p:embed/>
                </p:oleObj>
              </mc:Choice>
              <mc:Fallback>
                <p:oleObj name="think-cell Slide" r:id="rId3" imgW="573" imgH="5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10CAFBF-C58F-4622-A43C-A537DB48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94622-882D-694C-8DAC-684399D6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Copyright © 2025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5CA9F-5CD4-5C41-9FA1-2ADA1735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C06531E-0223-844C-BCDD-BECF101A32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65D46FE-2BE9-BA8D-5412-6306FF4B5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401693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91ABD09-C4E7-ADA9-A472-809DEA678C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5229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1ABD09-C4E7-ADA9-A472-809DEA678C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B297F1B-3361-F749-A9E8-FA8B2C483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365" y="6455957"/>
            <a:ext cx="118622" cy="123111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 rtl="0">
              <a:defRPr sz="800" b="0" i="0">
                <a:solidFill>
                  <a:schemeClr val="tx2">
                    <a:lumMod val="60000"/>
                    <a:lumOff val="40000"/>
                  </a:schemeClr>
                </a:solidFill>
                <a:latin typeface="Graphik Medium" panose="020B0503030202060203" pitchFamily="34" charset="77"/>
              </a:defRPr>
            </a:lvl1pPr>
          </a:lstStyle>
          <a:p>
            <a:fld id="{870B1A0C-1ABC-7348-8C10-5890D34606A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8ABB33E0-ECE7-7143-AB18-3F25B1EA36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185" y="6385402"/>
            <a:ext cx="210744" cy="21074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FDFCA6-9001-AF8A-4227-678E47BF8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77892"/>
            <a:ext cx="11434987" cy="831350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rtl="0">
              <a:defRPr lang="en-US" sz="2800" b="0" kern="1200" cap="none" dirty="0">
                <a:solidFill>
                  <a:srgbClr val="A100FF">
                    <a:lumMod val="50000"/>
                  </a:srgbClr>
                </a:solidFill>
                <a:latin typeface="Graphik Medium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Action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B5B12D9-36B9-CD6B-5DBC-B7C50D08D9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5200" y="6537906"/>
            <a:ext cx="4114800" cy="201168"/>
          </a:xfrm>
        </p:spPr>
        <p:txBody>
          <a:bodyPr/>
          <a:lstStyle>
            <a:lvl1pPr rtl="0">
              <a:defRPr/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466395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F264E4-DE0F-6E2B-4DFE-99BD3541D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8091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F264E4-DE0F-6E2B-4DFE-99BD3541D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8ED70A17-058E-46F6-9888-0047438CF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680"/>
            <a:ext cx="11430000" cy="990600"/>
          </a:xfrm>
        </p:spPr>
        <p:txBody>
          <a:bodyPr vert="horz"/>
          <a:lstStyle>
            <a:lvl1pPr rtl="0" fontAlgn="base">
              <a:lnSpc>
                <a:spcPct val="80000"/>
              </a:lnSpc>
              <a:spcAft>
                <a:spcPct val="0"/>
              </a:spcAft>
              <a:defRPr/>
            </a:lvl1pPr>
          </a:lstStyle>
          <a:p>
            <a:pPr lvl="0" fontAlgn="base">
              <a:lnSpc>
                <a:spcPct val="80000"/>
              </a:lnSpc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latin typeface="Graphik Black" panose="020B0503030202060203" pitchFamily="34" charset="77"/>
                <a:cs typeface="Arial" panose="020B0604020202020204" pitchFamily="34" charset="0"/>
              </a:rPr>
              <a:t>INSERT MAIN TITLE AT 40PT MIN 30PT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3D3414-48FB-48BA-8F51-F93553630FD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0" y="1828800"/>
            <a:ext cx="11430000" cy="4686300"/>
          </a:xfrm>
        </p:spPr>
        <p:txBody>
          <a:bodyPr/>
          <a:lstStyle>
            <a:lvl1pPr marL="0" marR="0" indent="0" algn="l" defTabSz="1734634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marL="0" marR="0" lvl="0" indent="0" algn="l" defTabSz="1734634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E9A41EE-113E-4504-AF27-996F1EAF6260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</a:t>
            </a:r>
            <a:fld id="{F8AF4A0C-5B12-43D4-9F22-CF1DEE6B0E85}" type="datetimeyyyy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0739264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 Ger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31114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B2BF687F-E535-4307-B534-92DDBE8AA4A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endParaRPr lang="en-US" sz="40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F7288B8-01DC-4E15-9D65-185B14E3F10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380999" y="3129444"/>
            <a:ext cx="4311339" cy="17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585554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all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Profil</a:t>
            </a:r>
            <a:endParaRPr kumimoji="0" lang="en-US" sz="1400" b="0" i="0" u="none" strike="noStrike" kern="0" cap="all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CA6C8AA3-E79E-4276-B412-6D68CAF2957B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72338" y="3129444"/>
            <a:ext cx="6938662" cy="17658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bg2">
                    <a:lumMod val="75000"/>
                    <a:lumOff val="25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585554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all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RELEVANTE</a:t>
            </a:r>
            <a:r>
              <a:rPr kumimoji="0" lang="en-US" sz="1400" i="0" u="none" strike="noStrike" kern="0" cap="all" spc="0" normalizeH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0" cap="all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ERFAHRUNG</a:t>
            </a: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883F9DE8-191F-4583-A193-E8600AFA592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207669" y="1825874"/>
            <a:ext cx="2268000" cy="21293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36000">
            <a:spAutoFit/>
          </a:bodyPr>
          <a:lstStyle/>
          <a:p>
            <a:pPr marL="0" marR="0" lvl="0" indent="0" algn="l" defTabSz="585554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all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Kenntnisse</a:t>
            </a:r>
            <a:endParaRPr kumimoji="0" lang="en-US" sz="1400" b="0" i="0" u="none" strike="noStrike" kern="0" cap="all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C759C0A0-E422-42B9-9949-A7DBE7E085B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872338" y="1825874"/>
            <a:ext cx="2268000" cy="208706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36000">
            <a:spAutoFit/>
          </a:bodyPr>
          <a:lstStyle/>
          <a:p>
            <a:pPr marL="0" marR="0" lvl="0" indent="0" algn="l" defTabSz="585554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all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BRANCHEN</a:t>
            </a:r>
            <a:endParaRPr kumimoji="0" lang="en-US" sz="1400" i="0" u="none" strike="noStrike" kern="0" cap="all" spc="0" normalizeH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4" name="Bildplatzhalter 22">
            <a:extLst>
              <a:ext uri="{FF2B5EF4-FFF2-40B4-BE49-F238E27FC236}">
                <a16:creationId xmlns:a16="http://schemas.microsoft.com/office/drawing/2014/main" id="{B920D2AE-1A46-44AB-9B30-002F42FB4D6D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381000" y="1828800"/>
            <a:ext cx="1008000" cy="1220009"/>
          </a:xfrm>
          <a:solidFill>
            <a:schemeClr val="accent4">
              <a:lumMod val="20000"/>
              <a:lumOff val="80000"/>
            </a:schemeClr>
          </a:solidFill>
        </p:spPr>
        <p:txBody>
          <a:bodyPr lIns="36000" tIns="36000" rIns="36000" bIns="36000"/>
          <a:lstStyle>
            <a:lvl1pPr>
              <a:lnSpc>
                <a:spcPct val="100000"/>
              </a:lnSpc>
              <a:spcAft>
                <a:spcPts val="0"/>
              </a:spcAft>
              <a:defRPr sz="1000"/>
            </a:lvl1pPr>
          </a:lstStyle>
          <a:p>
            <a:endParaRPr lang="en-US"/>
          </a:p>
        </p:txBody>
      </p:sp>
      <p:sp>
        <p:nvSpPr>
          <p:cNvPr id="27" name="Textplatzhalter 25">
            <a:extLst>
              <a:ext uri="{FF2B5EF4-FFF2-40B4-BE49-F238E27FC236}">
                <a16:creationId xmlns:a16="http://schemas.microsoft.com/office/drawing/2014/main" id="{DD4EE815-3EFE-4CBA-A622-082956B71B2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93198" y="2041874"/>
            <a:ext cx="3199142" cy="1015663"/>
          </a:xfrm>
        </p:spPr>
        <p:txBody>
          <a:bodyPr lIns="0" tIns="0" rIns="0" bIns="0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432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576000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</p:txBody>
      </p:sp>
      <p:sp>
        <p:nvSpPr>
          <p:cNvPr id="28" name="Textplatzhalter 25">
            <a:extLst>
              <a:ext uri="{FF2B5EF4-FFF2-40B4-BE49-F238E27FC236}">
                <a16:creationId xmlns:a16="http://schemas.microsoft.com/office/drawing/2014/main" id="{65EDADF1-507F-4FA1-905B-A2339764BE2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80999" y="3306031"/>
            <a:ext cx="4311339" cy="3209069"/>
          </a:xfrm>
        </p:spPr>
        <p:txBody>
          <a:bodyPr lIns="0" tIns="0" rIns="0" bIns="0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108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216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324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576000" indent="-10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9198C6D5-2844-4F3F-B5EF-69635480B282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72338" y="3306031"/>
            <a:ext cx="6938662" cy="3209069"/>
          </a:xfrm>
        </p:spPr>
        <p:txBody>
          <a:bodyPr lIns="0" tIns="0" rIns="0" bIns="0"/>
          <a:lstStyle>
            <a:lvl1pPr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kumimoji="0" lang="de-DE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108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216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324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576000" indent="-10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</p:txBody>
      </p:sp>
      <p:sp>
        <p:nvSpPr>
          <p:cNvPr id="30" name="Textplatzhalter 25">
            <a:extLst>
              <a:ext uri="{FF2B5EF4-FFF2-40B4-BE49-F238E27FC236}">
                <a16:creationId xmlns:a16="http://schemas.microsoft.com/office/drawing/2014/main" id="{818BD35A-42E4-422C-A692-4A99F64C7ED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872338" y="2041874"/>
            <a:ext cx="2268000" cy="1015663"/>
          </a:xfrm>
        </p:spPr>
        <p:txBody>
          <a:bodyPr lIns="0" tIns="0" rIns="0" bIns="0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108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216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324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576000" indent="-10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</p:txBody>
      </p:sp>
      <p:sp>
        <p:nvSpPr>
          <p:cNvPr id="31" name="Textplatzhalter 25">
            <a:extLst>
              <a:ext uri="{FF2B5EF4-FFF2-40B4-BE49-F238E27FC236}">
                <a16:creationId xmlns:a16="http://schemas.microsoft.com/office/drawing/2014/main" id="{C85A6E3A-EB14-49B3-8BA0-BA137C2438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7669" y="2041874"/>
            <a:ext cx="2268000" cy="1015663"/>
          </a:xfrm>
        </p:spPr>
        <p:txBody>
          <a:bodyPr lIns="0" tIns="0" rIns="0" bIns="0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108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216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324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576000" indent="-10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F0095056-1F47-4AC4-A87C-36B75CA38D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43000" y="2041874"/>
            <a:ext cx="2268000" cy="1015663"/>
          </a:xfrm>
        </p:spPr>
        <p:txBody>
          <a:bodyPr lIns="0" tIns="0" rIns="0" bIns="0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108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216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324000" indent="-108000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de-DE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576000" indent="-10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8440E0ED-175D-45FA-ADDD-19420FCC6FE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9543000" y="1825874"/>
            <a:ext cx="2268000" cy="208706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36000">
            <a:spAutoFit/>
          </a:bodyPr>
          <a:lstStyle/>
          <a:p>
            <a:pPr marL="0" marR="0" lvl="0" indent="0" algn="l" defTabSz="585554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all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Fähigkeiten</a:t>
            </a:r>
            <a:endParaRPr kumimoji="0" lang="en-US" sz="1400" b="0" i="0" u="none" strike="noStrike" kern="0" cap="all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5E4F233-719D-43BA-801F-99AD84624F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680"/>
            <a:ext cx="11430000" cy="9906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DE1AC0F-1BD6-486B-B61D-C84861E3E8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3197" y="1828800"/>
            <a:ext cx="3199141" cy="176587"/>
          </a:xfrm>
        </p:spPr>
        <p:txBody>
          <a:bodyPr anchor="ctr">
            <a:noAutofit/>
          </a:bodyPr>
          <a:lstStyle>
            <a:lvl1pPr rtl="0">
              <a:defRPr kumimoji="0" lang="de-DE" sz="1400" b="0" i="0" u="none" strike="noStrike" kern="0" cap="all" spc="0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raphik Black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Vorname name</a:t>
            </a:r>
          </a:p>
        </p:txBody>
      </p:sp>
    </p:spTree>
    <p:extLst>
      <p:ext uri="{BB962C8B-B14F-4D97-AF65-F5344CB8AC3E}">
        <p14:creationId xmlns:p14="http://schemas.microsoft.com/office/powerpoint/2010/main" val="140508963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3189AD-D2DC-1393-F5B8-ABCD2ECEB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1370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3189AD-D2DC-1393-F5B8-ABCD2ECEB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hidden="1"/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-168620" y="1"/>
            <a:ext cx="12055819" cy="6857143"/>
          </a:xfrm>
          <a:prstGeom prst="rect">
            <a:avLst/>
          </a:prstGeom>
        </p:spPr>
      </p:pic>
      <p:cxnSp>
        <p:nvCxnSpPr>
          <p:cNvPr id="6" name="Gerader Verbinder 4">
            <a:extLst>
              <a:ext uri="{FF2B5EF4-FFF2-40B4-BE49-F238E27FC236}">
                <a16:creationId xmlns:a16="http://schemas.microsoft.com/office/drawing/2014/main" id="{DD528B8F-CF6F-521F-8DB8-92D5EB285FF0}"/>
              </a:ext>
            </a:extLst>
          </p:cNvPr>
          <p:cNvCxnSpPr>
            <a:cxnSpLocks/>
          </p:cNvCxnSpPr>
          <p:nvPr userDrawn="1"/>
        </p:nvCxnSpPr>
        <p:spPr>
          <a:xfrm>
            <a:off x="10472423" y="503292"/>
            <a:ext cx="0" cy="476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4">
            <a:extLst>
              <a:ext uri="{FF2B5EF4-FFF2-40B4-BE49-F238E27FC236}">
                <a16:creationId xmlns:a16="http://schemas.microsoft.com/office/drawing/2014/main" id="{1CAD4FE9-FF19-CEEB-6D87-D3EE2A4A6A5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627371" y="582006"/>
            <a:ext cx="1112945" cy="293335"/>
            <a:chOff x="217" y="3941"/>
            <a:chExt cx="645" cy="170"/>
          </a:xfrm>
          <a:solidFill>
            <a:schemeClr val="tx1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D229DF6-7F56-7D80-A749-C8237F3EDC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3" y="3941"/>
              <a:ext cx="63" cy="67"/>
            </a:xfrm>
            <a:custGeom>
              <a:avLst/>
              <a:gdLst>
                <a:gd name="T0" fmla="*/ 0 w 382"/>
                <a:gd name="T1" fmla="*/ 0 h 405"/>
                <a:gd name="T2" fmla="*/ 0 w 382"/>
                <a:gd name="T3" fmla="*/ 0 h 405"/>
                <a:gd name="T4" fmla="*/ 382 w 382"/>
                <a:gd name="T5" fmla="*/ 155 h 405"/>
                <a:gd name="T6" fmla="*/ 382 w 382"/>
                <a:gd name="T7" fmla="*/ 251 h 405"/>
                <a:gd name="T8" fmla="*/ 0 w 382"/>
                <a:gd name="T9" fmla="*/ 405 h 405"/>
                <a:gd name="T10" fmla="*/ 0 w 382"/>
                <a:gd name="T11" fmla="*/ 286 h 405"/>
                <a:gd name="T12" fmla="*/ 223 w 382"/>
                <a:gd name="T13" fmla="*/ 203 h 405"/>
                <a:gd name="T14" fmla="*/ 0 w 382"/>
                <a:gd name="T15" fmla="*/ 116 h 405"/>
                <a:gd name="T16" fmla="*/ 0 w 382"/>
                <a:gd name="T17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2" h="405">
                  <a:moveTo>
                    <a:pt x="0" y="0"/>
                  </a:moveTo>
                  <a:lnTo>
                    <a:pt x="0" y="0"/>
                  </a:lnTo>
                  <a:lnTo>
                    <a:pt x="382" y="155"/>
                  </a:lnTo>
                  <a:lnTo>
                    <a:pt x="382" y="251"/>
                  </a:lnTo>
                  <a:lnTo>
                    <a:pt x="0" y="405"/>
                  </a:lnTo>
                  <a:lnTo>
                    <a:pt x="0" y="286"/>
                  </a:lnTo>
                  <a:lnTo>
                    <a:pt x="223" y="203"/>
                  </a:lnTo>
                  <a:lnTo>
                    <a:pt x="0" y="1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0886D9D-308A-0E46-18A3-95CBD39AE3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7" y="4012"/>
              <a:ext cx="645" cy="99"/>
            </a:xfrm>
            <a:custGeom>
              <a:avLst/>
              <a:gdLst>
                <a:gd name="T0" fmla="*/ 125 w 3869"/>
                <a:gd name="T1" fmla="*/ 467 h 592"/>
                <a:gd name="T2" fmla="*/ 247 w 3869"/>
                <a:gd name="T3" fmla="*/ 481 h 592"/>
                <a:gd name="T4" fmla="*/ 3618 w 3869"/>
                <a:gd name="T5" fmla="*/ 227 h 592"/>
                <a:gd name="T6" fmla="*/ 3718 w 3869"/>
                <a:gd name="T7" fmla="*/ 230 h 592"/>
                <a:gd name="T8" fmla="*/ 1532 w 3869"/>
                <a:gd name="T9" fmla="*/ 257 h 592"/>
                <a:gd name="T10" fmla="*/ 1622 w 3869"/>
                <a:gd name="T11" fmla="*/ 215 h 592"/>
                <a:gd name="T12" fmla="*/ 2841 w 3869"/>
                <a:gd name="T13" fmla="*/ 492 h 592"/>
                <a:gd name="T14" fmla="*/ 2940 w 3869"/>
                <a:gd name="T15" fmla="*/ 135 h 592"/>
                <a:gd name="T16" fmla="*/ 2861 w 3869"/>
                <a:gd name="T17" fmla="*/ 584 h 592"/>
                <a:gd name="T18" fmla="*/ 2679 w 3869"/>
                <a:gd name="T19" fmla="*/ 500 h 592"/>
                <a:gd name="T20" fmla="*/ 3314 w 3869"/>
                <a:gd name="T21" fmla="*/ 275 h 592"/>
                <a:gd name="T22" fmla="*/ 3279 w 3869"/>
                <a:gd name="T23" fmla="*/ 217 h 592"/>
                <a:gd name="T24" fmla="*/ 3723 w 3869"/>
                <a:gd name="T25" fmla="*/ 132 h 592"/>
                <a:gd name="T26" fmla="*/ 3869 w 3869"/>
                <a:gd name="T27" fmla="*/ 336 h 592"/>
                <a:gd name="T28" fmla="*/ 3652 w 3869"/>
                <a:gd name="T29" fmla="*/ 500 h 592"/>
                <a:gd name="T30" fmla="*/ 3862 w 3869"/>
                <a:gd name="T31" fmla="*/ 470 h 592"/>
                <a:gd name="T32" fmla="*/ 3635 w 3869"/>
                <a:gd name="T33" fmla="*/ 590 h 592"/>
                <a:gd name="T34" fmla="*/ 3454 w 3869"/>
                <a:gd name="T35" fmla="*/ 404 h 592"/>
                <a:gd name="T36" fmla="*/ 3548 w 3869"/>
                <a:gd name="T37" fmla="*/ 158 h 592"/>
                <a:gd name="T38" fmla="*/ 2230 w 3869"/>
                <a:gd name="T39" fmla="*/ 156 h 592"/>
                <a:gd name="T40" fmla="*/ 2150 w 3869"/>
                <a:gd name="T41" fmla="*/ 278 h 592"/>
                <a:gd name="T42" fmla="*/ 2024 w 3869"/>
                <a:gd name="T43" fmla="*/ 253 h 592"/>
                <a:gd name="T44" fmla="*/ 2017 w 3869"/>
                <a:gd name="T45" fmla="*/ 185 h 592"/>
                <a:gd name="T46" fmla="*/ 1659 w 3869"/>
                <a:gd name="T47" fmla="*/ 132 h 592"/>
                <a:gd name="T48" fmla="*/ 1805 w 3869"/>
                <a:gd name="T49" fmla="*/ 336 h 592"/>
                <a:gd name="T50" fmla="*/ 1588 w 3869"/>
                <a:gd name="T51" fmla="*/ 500 h 592"/>
                <a:gd name="T52" fmla="*/ 1798 w 3869"/>
                <a:gd name="T53" fmla="*/ 470 h 592"/>
                <a:gd name="T54" fmla="*/ 1572 w 3869"/>
                <a:gd name="T55" fmla="*/ 590 h 592"/>
                <a:gd name="T56" fmla="*/ 1390 w 3869"/>
                <a:gd name="T57" fmla="*/ 404 h 592"/>
                <a:gd name="T58" fmla="*/ 1485 w 3869"/>
                <a:gd name="T59" fmla="*/ 158 h 592"/>
                <a:gd name="T60" fmla="*/ 1248 w 3869"/>
                <a:gd name="T61" fmla="*/ 152 h 592"/>
                <a:gd name="T62" fmla="*/ 1202 w 3869"/>
                <a:gd name="T63" fmla="*/ 256 h 592"/>
                <a:gd name="T64" fmla="*/ 1066 w 3869"/>
                <a:gd name="T65" fmla="*/ 272 h 592"/>
                <a:gd name="T66" fmla="*/ 1087 w 3869"/>
                <a:gd name="T67" fmla="*/ 480 h 592"/>
                <a:gd name="T68" fmla="*/ 1223 w 3869"/>
                <a:gd name="T69" fmla="*/ 417 h 592"/>
                <a:gd name="T70" fmla="*/ 1176 w 3869"/>
                <a:gd name="T71" fmla="*/ 588 h 592"/>
                <a:gd name="T72" fmla="*/ 944 w 3869"/>
                <a:gd name="T73" fmla="*/ 470 h 592"/>
                <a:gd name="T74" fmla="*/ 977 w 3869"/>
                <a:gd name="T75" fmla="*/ 196 h 592"/>
                <a:gd name="T76" fmla="*/ 733 w 3869"/>
                <a:gd name="T77" fmla="*/ 132 h 592"/>
                <a:gd name="T78" fmla="*/ 751 w 3869"/>
                <a:gd name="T79" fmla="*/ 295 h 592"/>
                <a:gd name="T80" fmla="*/ 626 w 3869"/>
                <a:gd name="T81" fmla="*/ 240 h 592"/>
                <a:gd name="T82" fmla="*/ 601 w 3869"/>
                <a:gd name="T83" fmla="*/ 448 h 592"/>
                <a:gd name="T84" fmla="*/ 745 w 3869"/>
                <a:gd name="T85" fmla="*/ 460 h 592"/>
                <a:gd name="T86" fmla="*/ 776 w 3869"/>
                <a:gd name="T87" fmla="*/ 570 h 592"/>
                <a:gd name="T88" fmla="*/ 510 w 3869"/>
                <a:gd name="T89" fmla="*/ 524 h 592"/>
                <a:gd name="T90" fmla="*/ 480 w 3869"/>
                <a:gd name="T91" fmla="*/ 250 h 592"/>
                <a:gd name="T92" fmla="*/ 206 w 3869"/>
                <a:gd name="T93" fmla="*/ 126 h 592"/>
                <a:gd name="T94" fmla="*/ 389 w 3869"/>
                <a:gd name="T95" fmla="*/ 252 h 592"/>
                <a:gd name="T96" fmla="*/ 176 w 3869"/>
                <a:gd name="T97" fmla="*/ 590 h 592"/>
                <a:gd name="T98" fmla="*/ 2 w 3869"/>
                <a:gd name="T99" fmla="*/ 488 h 592"/>
                <a:gd name="T100" fmla="*/ 97 w 3869"/>
                <a:gd name="T101" fmla="*/ 325 h 592"/>
                <a:gd name="T102" fmla="*/ 251 w 3869"/>
                <a:gd name="T103" fmla="*/ 235 h 592"/>
                <a:gd name="T104" fmla="*/ 133 w 3869"/>
                <a:gd name="T105" fmla="*/ 273 h 592"/>
                <a:gd name="T106" fmla="*/ 172 w 3869"/>
                <a:gd name="T107" fmla="*/ 127 h 592"/>
                <a:gd name="T108" fmla="*/ 2517 w 3869"/>
                <a:gd name="T109" fmla="*/ 472 h 592"/>
                <a:gd name="T110" fmla="*/ 2555 w 3869"/>
                <a:gd name="T111" fmla="*/ 587 h 592"/>
                <a:gd name="T112" fmla="*/ 2383 w 3869"/>
                <a:gd name="T113" fmla="*/ 453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69" h="592">
                  <a:moveTo>
                    <a:pt x="217" y="390"/>
                  </a:moveTo>
                  <a:lnTo>
                    <a:pt x="189" y="393"/>
                  </a:lnTo>
                  <a:lnTo>
                    <a:pt x="165" y="397"/>
                  </a:lnTo>
                  <a:lnTo>
                    <a:pt x="147" y="404"/>
                  </a:lnTo>
                  <a:lnTo>
                    <a:pt x="134" y="415"/>
                  </a:lnTo>
                  <a:lnTo>
                    <a:pt x="126" y="430"/>
                  </a:lnTo>
                  <a:lnTo>
                    <a:pt x="124" y="448"/>
                  </a:lnTo>
                  <a:lnTo>
                    <a:pt x="124" y="453"/>
                  </a:lnTo>
                  <a:lnTo>
                    <a:pt x="125" y="467"/>
                  </a:lnTo>
                  <a:lnTo>
                    <a:pt x="130" y="480"/>
                  </a:lnTo>
                  <a:lnTo>
                    <a:pt x="138" y="489"/>
                  </a:lnTo>
                  <a:lnTo>
                    <a:pt x="150" y="498"/>
                  </a:lnTo>
                  <a:lnTo>
                    <a:pt x="165" y="502"/>
                  </a:lnTo>
                  <a:lnTo>
                    <a:pt x="184" y="505"/>
                  </a:lnTo>
                  <a:lnTo>
                    <a:pt x="203" y="504"/>
                  </a:lnTo>
                  <a:lnTo>
                    <a:pt x="219" y="499"/>
                  </a:lnTo>
                  <a:lnTo>
                    <a:pt x="234" y="492"/>
                  </a:lnTo>
                  <a:lnTo>
                    <a:pt x="247" y="481"/>
                  </a:lnTo>
                  <a:lnTo>
                    <a:pt x="258" y="468"/>
                  </a:lnTo>
                  <a:lnTo>
                    <a:pt x="264" y="453"/>
                  </a:lnTo>
                  <a:lnTo>
                    <a:pt x="266" y="434"/>
                  </a:lnTo>
                  <a:lnTo>
                    <a:pt x="266" y="390"/>
                  </a:lnTo>
                  <a:lnTo>
                    <a:pt x="217" y="390"/>
                  </a:lnTo>
                  <a:close/>
                  <a:moveTo>
                    <a:pt x="3665" y="213"/>
                  </a:moveTo>
                  <a:lnTo>
                    <a:pt x="3649" y="215"/>
                  </a:lnTo>
                  <a:lnTo>
                    <a:pt x="3634" y="219"/>
                  </a:lnTo>
                  <a:lnTo>
                    <a:pt x="3618" y="227"/>
                  </a:lnTo>
                  <a:lnTo>
                    <a:pt x="3605" y="239"/>
                  </a:lnTo>
                  <a:lnTo>
                    <a:pt x="3595" y="257"/>
                  </a:lnTo>
                  <a:lnTo>
                    <a:pt x="3586" y="279"/>
                  </a:lnTo>
                  <a:lnTo>
                    <a:pt x="3580" y="307"/>
                  </a:lnTo>
                  <a:lnTo>
                    <a:pt x="3748" y="307"/>
                  </a:lnTo>
                  <a:lnTo>
                    <a:pt x="3744" y="282"/>
                  </a:lnTo>
                  <a:lnTo>
                    <a:pt x="3738" y="259"/>
                  </a:lnTo>
                  <a:lnTo>
                    <a:pt x="3730" y="243"/>
                  </a:lnTo>
                  <a:lnTo>
                    <a:pt x="3718" y="230"/>
                  </a:lnTo>
                  <a:lnTo>
                    <a:pt x="3703" y="220"/>
                  </a:lnTo>
                  <a:lnTo>
                    <a:pt x="3685" y="215"/>
                  </a:lnTo>
                  <a:lnTo>
                    <a:pt x="3665" y="213"/>
                  </a:lnTo>
                  <a:close/>
                  <a:moveTo>
                    <a:pt x="1602" y="213"/>
                  </a:moveTo>
                  <a:lnTo>
                    <a:pt x="1586" y="215"/>
                  </a:lnTo>
                  <a:lnTo>
                    <a:pt x="1569" y="219"/>
                  </a:lnTo>
                  <a:lnTo>
                    <a:pt x="1555" y="227"/>
                  </a:lnTo>
                  <a:lnTo>
                    <a:pt x="1542" y="239"/>
                  </a:lnTo>
                  <a:lnTo>
                    <a:pt x="1532" y="257"/>
                  </a:lnTo>
                  <a:lnTo>
                    <a:pt x="1522" y="279"/>
                  </a:lnTo>
                  <a:lnTo>
                    <a:pt x="1516" y="307"/>
                  </a:lnTo>
                  <a:lnTo>
                    <a:pt x="1684" y="307"/>
                  </a:lnTo>
                  <a:lnTo>
                    <a:pt x="1681" y="282"/>
                  </a:lnTo>
                  <a:lnTo>
                    <a:pt x="1675" y="259"/>
                  </a:lnTo>
                  <a:lnTo>
                    <a:pt x="1666" y="243"/>
                  </a:lnTo>
                  <a:lnTo>
                    <a:pt x="1654" y="230"/>
                  </a:lnTo>
                  <a:lnTo>
                    <a:pt x="1639" y="220"/>
                  </a:lnTo>
                  <a:lnTo>
                    <a:pt x="1622" y="215"/>
                  </a:lnTo>
                  <a:lnTo>
                    <a:pt x="1602" y="213"/>
                  </a:lnTo>
                  <a:close/>
                  <a:moveTo>
                    <a:pt x="2671" y="135"/>
                  </a:moveTo>
                  <a:lnTo>
                    <a:pt x="2796" y="135"/>
                  </a:lnTo>
                  <a:lnTo>
                    <a:pt x="2796" y="419"/>
                  </a:lnTo>
                  <a:lnTo>
                    <a:pt x="2798" y="442"/>
                  </a:lnTo>
                  <a:lnTo>
                    <a:pt x="2803" y="461"/>
                  </a:lnTo>
                  <a:lnTo>
                    <a:pt x="2811" y="476"/>
                  </a:lnTo>
                  <a:lnTo>
                    <a:pt x="2824" y="486"/>
                  </a:lnTo>
                  <a:lnTo>
                    <a:pt x="2841" y="492"/>
                  </a:lnTo>
                  <a:lnTo>
                    <a:pt x="2861" y="494"/>
                  </a:lnTo>
                  <a:lnTo>
                    <a:pt x="2878" y="493"/>
                  </a:lnTo>
                  <a:lnTo>
                    <a:pt x="2895" y="487"/>
                  </a:lnTo>
                  <a:lnTo>
                    <a:pt x="2910" y="479"/>
                  </a:lnTo>
                  <a:lnTo>
                    <a:pt x="2922" y="467"/>
                  </a:lnTo>
                  <a:lnTo>
                    <a:pt x="2931" y="452"/>
                  </a:lnTo>
                  <a:lnTo>
                    <a:pt x="2937" y="434"/>
                  </a:lnTo>
                  <a:lnTo>
                    <a:pt x="2940" y="412"/>
                  </a:lnTo>
                  <a:lnTo>
                    <a:pt x="2940" y="135"/>
                  </a:lnTo>
                  <a:lnTo>
                    <a:pt x="3064" y="135"/>
                  </a:lnTo>
                  <a:lnTo>
                    <a:pt x="3064" y="583"/>
                  </a:lnTo>
                  <a:lnTo>
                    <a:pt x="2940" y="583"/>
                  </a:lnTo>
                  <a:lnTo>
                    <a:pt x="2940" y="517"/>
                  </a:lnTo>
                  <a:lnTo>
                    <a:pt x="2929" y="534"/>
                  </a:lnTo>
                  <a:lnTo>
                    <a:pt x="2916" y="550"/>
                  </a:lnTo>
                  <a:lnTo>
                    <a:pt x="2901" y="564"/>
                  </a:lnTo>
                  <a:lnTo>
                    <a:pt x="2882" y="575"/>
                  </a:lnTo>
                  <a:lnTo>
                    <a:pt x="2861" y="584"/>
                  </a:lnTo>
                  <a:lnTo>
                    <a:pt x="2837" y="590"/>
                  </a:lnTo>
                  <a:lnTo>
                    <a:pt x="2810" y="592"/>
                  </a:lnTo>
                  <a:lnTo>
                    <a:pt x="2784" y="590"/>
                  </a:lnTo>
                  <a:lnTo>
                    <a:pt x="2759" y="584"/>
                  </a:lnTo>
                  <a:lnTo>
                    <a:pt x="2738" y="575"/>
                  </a:lnTo>
                  <a:lnTo>
                    <a:pt x="2718" y="563"/>
                  </a:lnTo>
                  <a:lnTo>
                    <a:pt x="2702" y="545"/>
                  </a:lnTo>
                  <a:lnTo>
                    <a:pt x="2689" y="525"/>
                  </a:lnTo>
                  <a:lnTo>
                    <a:pt x="2679" y="500"/>
                  </a:lnTo>
                  <a:lnTo>
                    <a:pt x="2672" y="470"/>
                  </a:lnTo>
                  <a:lnTo>
                    <a:pt x="2671" y="437"/>
                  </a:lnTo>
                  <a:lnTo>
                    <a:pt x="2671" y="135"/>
                  </a:lnTo>
                  <a:close/>
                  <a:moveTo>
                    <a:pt x="3413" y="130"/>
                  </a:moveTo>
                  <a:lnTo>
                    <a:pt x="3413" y="252"/>
                  </a:lnTo>
                  <a:lnTo>
                    <a:pt x="3383" y="253"/>
                  </a:lnTo>
                  <a:lnTo>
                    <a:pt x="3357" y="258"/>
                  </a:lnTo>
                  <a:lnTo>
                    <a:pt x="3333" y="264"/>
                  </a:lnTo>
                  <a:lnTo>
                    <a:pt x="3314" y="275"/>
                  </a:lnTo>
                  <a:lnTo>
                    <a:pt x="3299" y="288"/>
                  </a:lnTo>
                  <a:lnTo>
                    <a:pt x="3288" y="305"/>
                  </a:lnTo>
                  <a:lnTo>
                    <a:pt x="3281" y="327"/>
                  </a:lnTo>
                  <a:lnTo>
                    <a:pt x="3279" y="353"/>
                  </a:lnTo>
                  <a:lnTo>
                    <a:pt x="3279" y="583"/>
                  </a:lnTo>
                  <a:lnTo>
                    <a:pt x="3154" y="583"/>
                  </a:lnTo>
                  <a:lnTo>
                    <a:pt x="3154" y="135"/>
                  </a:lnTo>
                  <a:lnTo>
                    <a:pt x="3279" y="135"/>
                  </a:lnTo>
                  <a:lnTo>
                    <a:pt x="3279" y="217"/>
                  </a:lnTo>
                  <a:lnTo>
                    <a:pt x="3293" y="190"/>
                  </a:lnTo>
                  <a:lnTo>
                    <a:pt x="3311" y="169"/>
                  </a:lnTo>
                  <a:lnTo>
                    <a:pt x="3331" y="151"/>
                  </a:lnTo>
                  <a:lnTo>
                    <a:pt x="3354" y="139"/>
                  </a:lnTo>
                  <a:lnTo>
                    <a:pt x="3383" y="132"/>
                  </a:lnTo>
                  <a:lnTo>
                    <a:pt x="3413" y="130"/>
                  </a:lnTo>
                  <a:close/>
                  <a:moveTo>
                    <a:pt x="3664" y="126"/>
                  </a:moveTo>
                  <a:lnTo>
                    <a:pt x="3695" y="127"/>
                  </a:lnTo>
                  <a:lnTo>
                    <a:pt x="3723" y="132"/>
                  </a:lnTo>
                  <a:lnTo>
                    <a:pt x="3750" y="140"/>
                  </a:lnTo>
                  <a:lnTo>
                    <a:pt x="3775" y="152"/>
                  </a:lnTo>
                  <a:lnTo>
                    <a:pt x="3797" y="167"/>
                  </a:lnTo>
                  <a:lnTo>
                    <a:pt x="3818" y="185"/>
                  </a:lnTo>
                  <a:lnTo>
                    <a:pt x="3835" y="207"/>
                  </a:lnTo>
                  <a:lnTo>
                    <a:pt x="3849" y="233"/>
                  </a:lnTo>
                  <a:lnTo>
                    <a:pt x="3860" y="264"/>
                  </a:lnTo>
                  <a:lnTo>
                    <a:pt x="3867" y="298"/>
                  </a:lnTo>
                  <a:lnTo>
                    <a:pt x="3869" y="336"/>
                  </a:lnTo>
                  <a:lnTo>
                    <a:pt x="3869" y="390"/>
                  </a:lnTo>
                  <a:lnTo>
                    <a:pt x="3578" y="390"/>
                  </a:lnTo>
                  <a:lnTo>
                    <a:pt x="3582" y="417"/>
                  </a:lnTo>
                  <a:lnTo>
                    <a:pt x="3588" y="441"/>
                  </a:lnTo>
                  <a:lnTo>
                    <a:pt x="3596" y="460"/>
                  </a:lnTo>
                  <a:lnTo>
                    <a:pt x="3606" y="475"/>
                  </a:lnTo>
                  <a:lnTo>
                    <a:pt x="3619" y="487"/>
                  </a:lnTo>
                  <a:lnTo>
                    <a:pt x="3635" y="495"/>
                  </a:lnTo>
                  <a:lnTo>
                    <a:pt x="3652" y="500"/>
                  </a:lnTo>
                  <a:lnTo>
                    <a:pt x="3671" y="501"/>
                  </a:lnTo>
                  <a:lnTo>
                    <a:pt x="3694" y="499"/>
                  </a:lnTo>
                  <a:lnTo>
                    <a:pt x="3712" y="493"/>
                  </a:lnTo>
                  <a:lnTo>
                    <a:pt x="3728" y="485"/>
                  </a:lnTo>
                  <a:lnTo>
                    <a:pt x="3740" y="473"/>
                  </a:lnTo>
                  <a:lnTo>
                    <a:pt x="3748" y="459"/>
                  </a:lnTo>
                  <a:lnTo>
                    <a:pt x="3754" y="443"/>
                  </a:lnTo>
                  <a:lnTo>
                    <a:pt x="3869" y="443"/>
                  </a:lnTo>
                  <a:lnTo>
                    <a:pt x="3862" y="470"/>
                  </a:lnTo>
                  <a:lnTo>
                    <a:pt x="3851" y="495"/>
                  </a:lnTo>
                  <a:lnTo>
                    <a:pt x="3837" y="519"/>
                  </a:lnTo>
                  <a:lnTo>
                    <a:pt x="3818" y="540"/>
                  </a:lnTo>
                  <a:lnTo>
                    <a:pt x="3796" y="558"/>
                  </a:lnTo>
                  <a:lnTo>
                    <a:pt x="3770" y="572"/>
                  </a:lnTo>
                  <a:lnTo>
                    <a:pt x="3740" y="583"/>
                  </a:lnTo>
                  <a:lnTo>
                    <a:pt x="3707" y="590"/>
                  </a:lnTo>
                  <a:lnTo>
                    <a:pt x="3669" y="592"/>
                  </a:lnTo>
                  <a:lnTo>
                    <a:pt x="3635" y="590"/>
                  </a:lnTo>
                  <a:lnTo>
                    <a:pt x="3603" y="584"/>
                  </a:lnTo>
                  <a:lnTo>
                    <a:pt x="3573" y="574"/>
                  </a:lnTo>
                  <a:lnTo>
                    <a:pt x="3548" y="561"/>
                  </a:lnTo>
                  <a:lnTo>
                    <a:pt x="3523" y="545"/>
                  </a:lnTo>
                  <a:lnTo>
                    <a:pt x="3503" y="524"/>
                  </a:lnTo>
                  <a:lnTo>
                    <a:pt x="3485" y="500"/>
                  </a:lnTo>
                  <a:lnTo>
                    <a:pt x="3471" y="472"/>
                  </a:lnTo>
                  <a:lnTo>
                    <a:pt x="3460" y="440"/>
                  </a:lnTo>
                  <a:lnTo>
                    <a:pt x="3454" y="404"/>
                  </a:lnTo>
                  <a:lnTo>
                    <a:pt x="3452" y="366"/>
                  </a:lnTo>
                  <a:lnTo>
                    <a:pt x="3452" y="357"/>
                  </a:lnTo>
                  <a:lnTo>
                    <a:pt x="3454" y="318"/>
                  </a:lnTo>
                  <a:lnTo>
                    <a:pt x="3461" y="283"/>
                  </a:lnTo>
                  <a:lnTo>
                    <a:pt x="3472" y="251"/>
                  </a:lnTo>
                  <a:lnTo>
                    <a:pt x="3486" y="222"/>
                  </a:lnTo>
                  <a:lnTo>
                    <a:pt x="3504" y="197"/>
                  </a:lnTo>
                  <a:lnTo>
                    <a:pt x="3524" y="176"/>
                  </a:lnTo>
                  <a:lnTo>
                    <a:pt x="3548" y="158"/>
                  </a:lnTo>
                  <a:lnTo>
                    <a:pt x="3575" y="144"/>
                  </a:lnTo>
                  <a:lnTo>
                    <a:pt x="3603" y="134"/>
                  </a:lnTo>
                  <a:lnTo>
                    <a:pt x="3632" y="128"/>
                  </a:lnTo>
                  <a:lnTo>
                    <a:pt x="3664" y="126"/>
                  </a:lnTo>
                  <a:close/>
                  <a:moveTo>
                    <a:pt x="2141" y="126"/>
                  </a:moveTo>
                  <a:lnTo>
                    <a:pt x="2167" y="127"/>
                  </a:lnTo>
                  <a:lnTo>
                    <a:pt x="2191" y="133"/>
                  </a:lnTo>
                  <a:lnTo>
                    <a:pt x="2213" y="143"/>
                  </a:lnTo>
                  <a:lnTo>
                    <a:pt x="2230" y="156"/>
                  </a:lnTo>
                  <a:lnTo>
                    <a:pt x="2247" y="173"/>
                  </a:lnTo>
                  <a:lnTo>
                    <a:pt x="2260" y="194"/>
                  </a:lnTo>
                  <a:lnTo>
                    <a:pt x="2268" y="219"/>
                  </a:lnTo>
                  <a:lnTo>
                    <a:pt x="2274" y="249"/>
                  </a:lnTo>
                  <a:lnTo>
                    <a:pt x="2276" y="283"/>
                  </a:lnTo>
                  <a:lnTo>
                    <a:pt x="2276" y="583"/>
                  </a:lnTo>
                  <a:lnTo>
                    <a:pt x="2151" y="583"/>
                  </a:lnTo>
                  <a:lnTo>
                    <a:pt x="2151" y="302"/>
                  </a:lnTo>
                  <a:lnTo>
                    <a:pt x="2150" y="278"/>
                  </a:lnTo>
                  <a:lnTo>
                    <a:pt x="2144" y="259"/>
                  </a:lnTo>
                  <a:lnTo>
                    <a:pt x="2135" y="245"/>
                  </a:lnTo>
                  <a:lnTo>
                    <a:pt x="2122" y="235"/>
                  </a:lnTo>
                  <a:lnTo>
                    <a:pt x="2105" y="229"/>
                  </a:lnTo>
                  <a:lnTo>
                    <a:pt x="2085" y="226"/>
                  </a:lnTo>
                  <a:lnTo>
                    <a:pt x="2067" y="229"/>
                  </a:lnTo>
                  <a:lnTo>
                    <a:pt x="2050" y="233"/>
                  </a:lnTo>
                  <a:lnTo>
                    <a:pt x="2036" y="242"/>
                  </a:lnTo>
                  <a:lnTo>
                    <a:pt x="2024" y="253"/>
                  </a:lnTo>
                  <a:lnTo>
                    <a:pt x="2015" y="269"/>
                  </a:lnTo>
                  <a:lnTo>
                    <a:pt x="2009" y="288"/>
                  </a:lnTo>
                  <a:lnTo>
                    <a:pt x="2006" y="310"/>
                  </a:lnTo>
                  <a:lnTo>
                    <a:pt x="2006" y="583"/>
                  </a:lnTo>
                  <a:lnTo>
                    <a:pt x="1882" y="583"/>
                  </a:lnTo>
                  <a:lnTo>
                    <a:pt x="1882" y="135"/>
                  </a:lnTo>
                  <a:lnTo>
                    <a:pt x="2006" y="135"/>
                  </a:lnTo>
                  <a:lnTo>
                    <a:pt x="2006" y="202"/>
                  </a:lnTo>
                  <a:lnTo>
                    <a:pt x="2017" y="185"/>
                  </a:lnTo>
                  <a:lnTo>
                    <a:pt x="2031" y="169"/>
                  </a:lnTo>
                  <a:lnTo>
                    <a:pt x="2048" y="154"/>
                  </a:lnTo>
                  <a:lnTo>
                    <a:pt x="2067" y="143"/>
                  </a:lnTo>
                  <a:lnTo>
                    <a:pt x="2089" y="134"/>
                  </a:lnTo>
                  <a:lnTo>
                    <a:pt x="2114" y="128"/>
                  </a:lnTo>
                  <a:lnTo>
                    <a:pt x="2141" y="126"/>
                  </a:lnTo>
                  <a:close/>
                  <a:moveTo>
                    <a:pt x="1601" y="126"/>
                  </a:moveTo>
                  <a:lnTo>
                    <a:pt x="1631" y="127"/>
                  </a:lnTo>
                  <a:lnTo>
                    <a:pt x="1659" y="132"/>
                  </a:lnTo>
                  <a:lnTo>
                    <a:pt x="1686" y="140"/>
                  </a:lnTo>
                  <a:lnTo>
                    <a:pt x="1712" y="152"/>
                  </a:lnTo>
                  <a:lnTo>
                    <a:pt x="1734" y="167"/>
                  </a:lnTo>
                  <a:lnTo>
                    <a:pt x="1754" y="185"/>
                  </a:lnTo>
                  <a:lnTo>
                    <a:pt x="1772" y="207"/>
                  </a:lnTo>
                  <a:lnTo>
                    <a:pt x="1786" y="233"/>
                  </a:lnTo>
                  <a:lnTo>
                    <a:pt x="1797" y="264"/>
                  </a:lnTo>
                  <a:lnTo>
                    <a:pt x="1803" y="298"/>
                  </a:lnTo>
                  <a:lnTo>
                    <a:pt x="1805" y="336"/>
                  </a:lnTo>
                  <a:lnTo>
                    <a:pt x="1805" y="390"/>
                  </a:lnTo>
                  <a:lnTo>
                    <a:pt x="1515" y="390"/>
                  </a:lnTo>
                  <a:lnTo>
                    <a:pt x="1519" y="417"/>
                  </a:lnTo>
                  <a:lnTo>
                    <a:pt x="1525" y="441"/>
                  </a:lnTo>
                  <a:lnTo>
                    <a:pt x="1533" y="460"/>
                  </a:lnTo>
                  <a:lnTo>
                    <a:pt x="1543" y="475"/>
                  </a:lnTo>
                  <a:lnTo>
                    <a:pt x="1556" y="487"/>
                  </a:lnTo>
                  <a:lnTo>
                    <a:pt x="1572" y="495"/>
                  </a:lnTo>
                  <a:lnTo>
                    <a:pt x="1588" y="500"/>
                  </a:lnTo>
                  <a:lnTo>
                    <a:pt x="1608" y="501"/>
                  </a:lnTo>
                  <a:lnTo>
                    <a:pt x="1629" y="499"/>
                  </a:lnTo>
                  <a:lnTo>
                    <a:pt x="1648" y="493"/>
                  </a:lnTo>
                  <a:lnTo>
                    <a:pt x="1664" y="485"/>
                  </a:lnTo>
                  <a:lnTo>
                    <a:pt x="1675" y="473"/>
                  </a:lnTo>
                  <a:lnTo>
                    <a:pt x="1684" y="459"/>
                  </a:lnTo>
                  <a:lnTo>
                    <a:pt x="1690" y="443"/>
                  </a:lnTo>
                  <a:lnTo>
                    <a:pt x="1805" y="443"/>
                  </a:lnTo>
                  <a:lnTo>
                    <a:pt x="1798" y="470"/>
                  </a:lnTo>
                  <a:lnTo>
                    <a:pt x="1787" y="495"/>
                  </a:lnTo>
                  <a:lnTo>
                    <a:pt x="1773" y="519"/>
                  </a:lnTo>
                  <a:lnTo>
                    <a:pt x="1754" y="540"/>
                  </a:lnTo>
                  <a:lnTo>
                    <a:pt x="1732" y="558"/>
                  </a:lnTo>
                  <a:lnTo>
                    <a:pt x="1706" y="572"/>
                  </a:lnTo>
                  <a:lnTo>
                    <a:pt x="1677" y="583"/>
                  </a:lnTo>
                  <a:lnTo>
                    <a:pt x="1642" y="590"/>
                  </a:lnTo>
                  <a:lnTo>
                    <a:pt x="1606" y="592"/>
                  </a:lnTo>
                  <a:lnTo>
                    <a:pt x="1572" y="590"/>
                  </a:lnTo>
                  <a:lnTo>
                    <a:pt x="1540" y="584"/>
                  </a:lnTo>
                  <a:lnTo>
                    <a:pt x="1510" y="574"/>
                  </a:lnTo>
                  <a:lnTo>
                    <a:pt x="1483" y="561"/>
                  </a:lnTo>
                  <a:lnTo>
                    <a:pt x="1460" y="545"/>
                  </a:lnTo>
                  <a:lnTo>
                    <a:pt x="1439" y="524"/>
                  </a:lnTo>
                  <a:lnTo>
                    <a:pt x="1421" y="500"/>
                  </a:lnTo>
                  <a:lnTo>
                    <a:pt x="1407" y="472"/>
                  </a:lnTo>
                  <a:lnTo>
                    <a:pt x="1397" y="440"/>
                  </a:lnTo>
                  <a:lnTo>
                    <a:pt x="1390" y="404"/>
                  </a:lnTo>
                  <a:lnTo>
                    <a:pt x="1389" y="366"/>
                  </a:lnTo>
                  <a:lnTo>
                    <a:pt x="1389" y="357"/>
                  </a:lnTo>
                  <a:lnTo>
                    <a:pt x="1391" y="318"/>
                  </a:lnTo>
                  <a:lnTo>
                    <a:pt x="1397" y="283"/>
                  </a:lnTo>
                  <a:lnTo>
                    <a:pt x="1408" y="251"/>
                  </a:lnTo>
                  <a:lnTo>
                    <a:pt x="1422" y="222"/>
                  </a:lnTo>
                  <a:lnTo>
                    <a:pt x="1440" y="197"/>
                  </a:lnTo>
                  <a:lnTo>
                    <a:pt x="1461" y="176"/>
                  </a:lnTo>
                  <a:lnTo>
                    <a:pt x="1485" y="158"/>
                  </a:lnTo>
                  <a:lnTo>
                    <a:pt x="1510" y="144"/>
                  </a:lnTo>
                  <a:lnTo>
                    <a:pt x="1539" y="134"/>
                  </a:lnTo>
                  <a:lnTo>
                    <a:pt x="1569" y="128"/>
                  </a:lnTo>
                  <a:lnTo>
                    <a:pt x="1601" y="126"/>
                  </a:lnTo>
                  <a:close/>
                  <a:moveTo>
                    <a:pt x="1138" y="126"/>
                  </a:moveTo>
                  <a:lnTo>
                    <a:pt x="1169" y="127"/>
                  </a:lnTo>
                  <a:lnTo>
                    <a:pt x="1197" y="132"/>
                  </a:lnTo>
                  <a:lnTo>
                    <a:pt x="1223" y="140"/>
                  </a:lnTo>
                  <a:lnTo>
                    <a:pt x="1248" y="152"/>
                  </a:lnTo>
                  <a:lnTo>
                    <a:pt x="1270" y="166"/>
                  </a:lnTo>
                  <a:lnTo>
                    <a:pt x="1290" y="185"/>
                  </a:lnTo>
                  <a:lnTo>
                    <a:pt x="1307" y="206"/>
                  </a:lnTo>
                  <a:lnTo>
                    <a:pt x="1320" y="232"/>
                  </a:lnTo>
                  <a:lnTo>
                    <a:pt x="1329" y="262"/>
                  </a:lnTo>
                  <a:lnTo>
                    <a:pt x="1334" y="295"/>
                  </a:lnTo>
                  <a:lnTo>
                    <a:pt x="1215" y="295"/>
                  </a:lnTo>
                  <a:lnTo>
                    <a:pt x="1209" y="273"/>
                  </a:lnTo>
                  <a:lnTo>
                    <a:pt x="1202" y="256"/>
                  </a:lnTo>
                  <a:lnTo>
                    <a:pt x="1191" y="242"/>
                  </a:lnTo>
                  <a:lnTo>
                    <a:pt x="1178" y="231"/>
                  </a:lnTo>
                  <a:lnTo>
                    <a:pt x="1161" y="225"/>
                  </a:lnTo>
                  <a:lnTo>
                    <a:pt x="1140" y="223"/>
                  </a:lnTo>
                  <a:lnTo>
                    <a:pt x="1122" y="224"/>
                  </a:lnTo>
                  <a:lnTo>
                    <a:pt x="1105" y="231"/>
                  </a:lnTo>
                  <a:lnTo>
                    <a:pt x="1090" y="240"/>
                  </a:lnTo>
                  <a:lnTo>
                    <a:pt x="1077" y="255"/>
                  </a:lnTo>
                  <a:lnTo>
                    <a:pt x="1066" y="272"/>
                  </a:lnTo>
                  <a:lnTo>
                    <a:pt x="1058" y="295"/>
                  </a:lnTo>
                  <a:lnTo>
                    <a:pt x="1053" y="322"/>
                  </a:lnTo>
                  <a:lnTo>
                    <a:pt x="1051" y="353"/>
                  </a:lnTo>
                  <a:lnTo>
                    <a:pt x="1051" y="366"/>
                  </a:lnTo>
                  <a:lnTo>
                    <a:pt x="1053" y="397"/>
                  </a:lnTo>
                  <a:lnTo>
                    <a:pt x="1058" y="424"/>
                  </a:lnTo>
                  <a:lnTo>
                    <a:pt x="1065" y="448"/>
                  </a:lnTo>
                  <a:lnTo>
                    <a:pt x="1075" y="466"/>
                  </a:lnTo>
                  <a:lnTo>
                    <a:pt x="1087" y="480"/>
                  </a:lnTo>
                  <a:lnTo>
                    <a:pt x="1103" y="489"/>
                  </a:lnTo>
                  <a:lnTo>
                    <a:pt x="1122" y="495"/>
                  </a:lnTo>
                  <a:lnTo>
                    <a:pt x="1142" y="498"/>
                  </a:lnTo>
                  <a:lnTo>
                    <a:pt x="1162" y="495"/>
                  </a:lnTo>
                  <a:lnTo>
                    <a:pt x="1181" y="488"/>
                  </a:lnTo>
                  <a:lnTo>
                    <a:pt x="1196" y="475"/>
                  </a:lnTo>
                  <a:lnTo>
                    <a:pt x="1209" y="460"/>
                  </a:lnTo>
                  <a:lnTo>
                    <a:pt x="1217" y="440"/>
                  </a:lnTo>
                  <a:lnTo>
                    <a:pt x="1223" y="417"/>
                  </a:lnTo>
                  <a:lnTo>
                    <a:pt x="1336" y="417"/>
                  </a:lnTo>
                  <a:lnTo>
                    <a:pt x="1331" y="450"/>
                  </a:lnTo>
                  <a:lnTo>
                    <a:pt x="1322" y="480"/>
                  </a:lnTo>
                  <a:lnTo>
                    <a:pt x="1308" y="508"/>
                  </a:lnTo>
                  <a:lnTo>
                    <a:pt x="1290" y="532"/>
                  </a:lnTo>
                  <a:lnTo>
                    <a:pt x="1268" y="552"/>
                  </a:lnTo>
                  <a:lnTo>
                    <a:pt x="1241" y="570"/>
                  </a:lnTo>
                  <a:lnTo>
                    <a:pt x="1211" y="581"/>
                  </a:lnTo>
                  <a:lnTo>
                    <a:pt x="1176" y="588"/>
                  </a:lnTo>
                  <a:lnTo>
                    <a:pt x="1138" y="592"/>
                  </a:lnTo>
                  <a:lnTo>
                    <a:pt x="1105" y="590"/>
                  </a:lnTo>
                  <a:lnTo>
                    <a:pt x="1073" y="584"/>
                  </a:lnTo>
                  <a:lnTo>
                    <a:pt x="1045" y="574"/>
                  </a:lnTo>
                  <a:lnTo>
                    <a:pt x="1019" y="561"/>
                  </a:lnTo>
                  <a:lnTo>
                    <a:pt x="996" y="544"/>
                  </a:lnTo>
                  <a:lnTo>
                    <a:pt x="974" y="524"/>
                  </a:lnTo>
                  <a:lnTo>
                    <a:pt x="957" y="499"/>
                  </a:lnTo>
                  <a:lnTo>
                    <a:pt x="944" y="470"/>
                  </a:lnTo>
                  <a:lnTo>
                    <a:pt x="933" y="439"/>
                  </a:lnTo>
                  <a:lnTo>
                    <a:pt x="926" y="403"/>
                  </a:lnTo>
                  <a:lnTo>
                    <a:pt x="925" y="363"/>
                  </a:lnTo>
                  <a:lnTo>
                    <a:pt x="925" y="357"/>
                  </a:lnTo>
                  <a:lnTo>
                    <a:pt x="926" y="318"/>
                  </a:lnTo>
                  <a:lnTo>
                    <a:pt x="933" y="282"/>
                  </a:lnTo>
                  <a:lnTo>
                    <a:pt x="944" y="250"/>
                  </a:lnTo>
                  <a:lnTo>
                    <a:pt x="959" y="222"/>
                  </a:lnTo>
                  <a:lnTo>
                    <a:pt x="977" y="196"/>
                  </a:lnTo>
                  <a:lnTo>
                    <a:pt x="998" y="174"/>
                  </a:lnTo>
                  <a:lnTo>
                    <a:pt x="1021" y="158"/>
                  </a:lnTo>
                  <a:lnTo>
                    <a:pt x="1049" y="144"/>
                  </a:lnTo>
                  <a:lnTo>
                    <a:pt x="1077" y="134"/>
                  </a:lnTo>
                  <a:lnTo>
                    <a:pt x="1106" y="128"/>
                  </a:lnTo>
                  <a:lnTo>
                    <a:pt x="1138" y="126"/>
                  </a:lnTo>
                  <a:close/>
                  <a:moveTo>
                    <a:pt x="674" y="126"/>
                  </a:moveTo>
                  <a:lnTo>
                    <a:pt x="705" y="127"/>
                  </a:lnTo>
                  <a:lnTo>
                    <a:pt x="733" y="132"/>
                  </a:lnTo>
                  <a:lnTo>
                    <a:pt x="759" y="140"/>
                  </a:lnTo>
                  <a:lnTo>
                    <a:pt x="783" y="152"/>
                  </a:lnTo>
                  <a:lnTo>
                    <a:pt x="806" y="166"/>
                  </a:lnTo>
                  <a:lnTo>
                    <a:pt x="826" y="185"/>
                  </a:lnTo>
                  <a:lnTo>
                    <a:pt x="842" y="206"/>
                  </a:lnTo>
                  <a:lnTo>
                    <a:pt x="855" y="232"/>
                  </a:lnTo>
                  <a:lnTo>
                    <a:pt x="865" y="262"/>
                  </a:lnTo>
                  <a:lnTo>
                    <a:pt x="869" y="295"/>
                  </a:lnTo>
                  <a:lnTo>
                    <a:pt x="751" y="295"/>
                  </a:lnTo>
                  <a:lnTo>
                    <a:pt x="745" y="273"/>
                  </a:lnTo>
                  <a:lnTo>
                    <a:pt x="738" y="256"/>
                  </a:lnTo>
                  <a:lnTo>
                    <a:pt x="727" y="242"/>
                  </a:lnTo>
                  <a:lnTo>
                    <a:pt x="714" y="231"/>
                  </a:lnTo>
                  <a:lnTo>
                    <a:pt x="696" y="225"/>
                  </a:lnTo>
                  <a:lnTo>
                    <a:pt x="676" y="223"/>
                  </a:lnTo>
                  <a:lnTo>
                    <a:pt x="657" y="224"/>
                  </a:lnTo>
                  <a:lnTo>
                    <a:pt x="641" y="231"/>
                  </a:lnTo>
                  <a:lnTo>
                    <a:pt x="626" y="240"/>
                  </a:lnTo>
                  <a:lnTo>
                    <a:pt x="613" y="255"/>
                  </a:lnTo>
                  <a:lnTo>
                    <a:pt x="602" y="272"/>
                  </a:lnTo>
                  <a:lnTo>
                    <a:pt x="594" y="295"/>
                  </a:lnTo>
                  <a:lnTo>
                    <a:pt x="589" y="322"/>
                  </a:lnTo>
                  <a:lnTo>
                    <a:pt x="587" y="353"/>
                  </a:lnTo>
                  <a:lnTo>
                    <a:pt x="587" y="366"/>
                  </a:lnTo>
                  <a:lnTo>
                    <a:pt x="589" y="397"/>
                  </a:lnTo>
                  <a:lnTo>
                    <a:pt x="593" y="424"/>
                  </a:lnTo>
                  <a:lnTo>
                    <a:pt x="601" y="448"/>
                  </a:lnTo>
                  <a:lnTo>
                    <a:pt x="610" y="466"/>
                  </a:lnTo>
                  <a:lnTo>
                    <a:pt x="623" y="480"/>
                  </a:lnTo>
                  <a:lnTo>
                    <a:pt x="639" y="489"/>
                  </a:lnTo>
                  <a:lnTo>
                    <a:pt x="657" y="495"/>
                  </a:lnTo>
                  <a:lnTo>
                    <a:pt x="677" y="498"/>
                  </a:lnTo>
                  <a:lnTo>
                    <a:pt x="697" y="495"/>
                  </a:lnTo>
                  <a:lnTo>
                    <a:pt x="716" y="488"/>
                  </a:lnTo>
                  <a:lnTo>
                    <a:pt x="732" y="475"/>
                  </a:lnTo>
                  <a:lnTo>
                    <a:pt x="745" y="460"/>
                  </a:lnTo>
                  <a:lnTo>
                    <a:pt x="753" y="440"/>
                  </a:lnTo>
                  <a:lnTo>
                    <a:pt x="759" y="417"/>
                  </a:lnTo>
                  <a:lnTo>
                    <a:pt x="872" y="417"/>
                  </a:lnTo>
                  <a:lnTo>
                    <a:pt x="867" y="450"/>
                  </a:lnTo>
                  <a:lnTo>
                    <a:pt x="858" y="480"/>
                  </a:lnTo>
                  <a:lnTo>
                    <a:pt x="844" y="508"/>
                  </a:lnTo>
                  <a:lnTo>
                    <a:pt x="826" y="532"/>
                  </a:lnTo>
                  <a:lnTo>
                    <a:pt x="804" y="552"/>
                  </a:lnTo>
                  <a:lnTo>
                    <a:pt x="776" y="570"/>
                  </a:lnTo>
                  <a:lnTo>
                    <a:pt x="746" y="581"/>
                  </a:lnTo>
                  <a:lnTo>
                    <a:pt x="712" y="588"/>
                  </a:lnTo>
                  <a:lnTo>
                    <a:pt x="674" y="592"/>
                  </a:lnTo>
                  <a:lnTo>
                    <a:pt x="641" y="590"/>
                  </a:lnTo>
                  <a:lnTo>
                    <a:pt x="609" y="584"/>
                  </a:lnTo>
                  <a:lnTo>
                    <a:pt x="581" y="574"/>
                  </a:lnTo>
                  <a:lnTo>
                    <a:pt x="555" y="561"/>
                  </a:lnTo>
                  <a:lnTo>
                    <a:pt x="531" y="544"/>
                  </a:lnTo>
                  <a:lnTo>
                    <a:pt x="510" y="524"/>
                  </a:lnTo>
                  <a:lnTo>
                    <a:pt x="492" y="499"/>
                  </a:lnTo>
                  <a:lnTo>
                    <a:pt x="478" y="470"/>
                  </a:lnTo>
                  <a:lnTo>
                    <a:pt x="469" y="439"/>
                  </a:lnTo>
                  <a:lnTo>
                    <a:pt x="462" y="403"/>
                  </a:lnTo>
                  <a:lnTo>
                    <a:pt x="459" y="363"/>
                  </a:lnTo>
                  <a:lnTo>
                    <a:pt x="459" y="357"/>
                  </a:lnTo>
                  <a:lnTo>
                    <a:pt x="462" y="318"/>
                  </a:lnTo>
                  <a:lnTo>
                    <a:pt x="469" y="282"/>
                  </a:lnTo>
                  <a:lnTo>
                    <a:pt x="480" y="250"/>
                  </a:lnTo>
                  <a:lnTo>
                    <a:pt x="495" y="222"/>
                  </a:lnTo>
                  <a:lnTo>
                    <a:pt x="513" y="196"/>
                  </a:lnTo>
                  <a:lnTo>
                    <a:pt x="534" y="174"/>
                  </a:lnTo>
                  <a:lnTo>
                    <a:pt x="557" y="158"/>
                  </a:lnTo>
                  <a:lnTo>
                    <a:pt x="583" y="144"/>
                  </a:lnTo>
                  <a:lnTo>
                    <a:pt x="613" y="134"/>
                  </a:lnTo>
                  <a:lnTo>
                    <a:pt x="642" y="128"/>
                  </a:lnTo>
                  <a:lnTo>
                    <a:pt x="674" y="126"/>
                  </a:lnTo>
                  <a:close/>
                  <a:moveTo>
                    <a:pt x="206" y="126"/>
                  </a:moveTo>
                  <a:lnTo>
                    <a:pt x="238" y="127"/>
                  </a:lnTo>
                  <a:lnTo>
                    <a:pt x="267" y="132"/>
                  </a:lnTo>
                  <a:lnTo>
                    <a:pt x="293" y="139"/>
                  </a:lnTo>
                  <a:lnTo>
                    <a:pt x="318" y="150"/>
                  </a:lnTo>
                  <a:lnTo>
                    <a:pt x="339" y="163"/>
                  </a:lnTo>
                  <a:lnTo>
                    <a:pt x="357" y="180"/>
                  </a:lnTo>
                  <a:lnTo>
                    <a:pt x="371" y="200"/>
                  </a:lnTo>
                  <a:lnTo>
                    <a:pt x="382" y="224"/>
                  </a:lnTo>
                  <a:lnTo>
                    <a:pt x="389" y="252"/>
                  </a:lnTo>
                  <a:lnTo>
                    <a:pt x="391" y="283"/>
                  </a:lnTo>
                  <a:lnTo>
                    <a:pt x="391" y="583"/>
                  </a:lnTo>
                  <a:lnTo>
                    <a:pt x="269" y="583"/>
                  </a:lnTo>
                  <a:lnTo>
                    <a:pt x="269" y="531"/>
                  </a:lnTo>
                  <a:lnTo>
                    <a:pt x="257" y="547"/>
                  </a:lnTo>
                  <a:lnTo>
                    <a:pt x="242" y="561"/>
                  </a:lnTo>
                  <a:lnTo>
                    <a:pt x="223" y="573"/>
                  </a:lnTo>
                  <a:lnTo>
                    <a:pt x="200" y="583"/>
                  </a:lnTo>
                  <a:lnTo>
                    <a:pt x="176" y="590"/>
                  </a:lnTo>
                  <a:lnTo>
                    <a:pt x="147" y="592"/>
                  </a:lnTo>
                  <a:lnTo>
                    <a:pt x="120" y="590"/>
                  </a:lnTo>
                  <a:lnTo>
                    <a:pt x="95" y="585"/>
                  </a:lnTo>
                  <a:lnTo>
                    <a:pt x="73" y="578"/>
                  </a:lnTo>
                  <a:lnTo>
                    <a:pt x="53" y="566"/>
                  </a:lnTo>
                  <a:lnTo>
                    <a:pt x="35" y="552"/>
                  </a:lnTo>
                  <a:lnTo>
                    <a:pt x="20" y="534"/>
                  </a:lnTo>
                  <a:lnTo>
                    <a:pt x="9" y="513"/>
                  </a:lnTo>
                  <a:lnTo>
                    <a:pt x="2" y="488"/>
                  </a:lnTo>
                  <a:lnTo>
                    <a:pt x="0" y="460"/>
                  </a:lnTo>
                  <a:lnTo>
                    <a:pt x="0" y="455"/>
                  </a:lnTo>
                  <a:lnTo>
                    <a:pt x="2" y="427"/>
                  </a:lnTo>
                  <a:lnTo>
                    <a:pt x="9" y="402"/>
                  </a:lnTo>
                  <a:lnTo>
                    <a:pt x="20" y="381"/>
                  </a:lnTo>
                  <a:lnTo>
                    <a:pt x="34" y="362"/>
                  </a:lnTo>
                  <a:lnTo>
                    <a:pt x="52" y="347"/>
                  </a:lnTo>
                  <a:lnTo>
                    <a:pt x="73" y="335"/>
                  </a:lnTo>
                  <a:lnTo>
                    <a:pt x="97" y="325"/>
                  </a:lnTo>
                  <a:lnTo>
                    <a:pt x="123" y="317"/>
                  </a:lnTo>
                  <a:lnTo>
                    <a:pt x="151" y="312"/>
                  </a:lnTo>
                  <a:lnTo>
                    <a:pt x="180" y="310"/>
                  </a:lnTo>
                  <a:lnTo>
                    <a:pt x="211" y="309"/>
                  </a:lnTo>
                  <a:lnTo>
                    <a:pt x="266" y="309"/>
                  </a:lnTo>
                  <a:lnTo>
                    <a:pt x="266" y="288"/>
                  </a:lnTo>
                  <a:lnTo>
                    <a:pt x="265" y="266"/>
                  </a:lnTo>
                  <a:lnTo>
                    <a:pt x="259" y="249"/>
                  </a:lnTo>
                  <a:lnTo>
                    <a:pt x="251" y="235"/>
                  </a:lnTo>
                  <a:lnTo>
                    <a:pt x="238" y="224"/>
                  </a:lnTo>
                  <a:lnTo>
                    <a:pt x="221" y="218"/>
                  </a:lnTo>
                  <a:lnTo>
                    <a:pt x="200" y="216"/>
                  </a:lnTo>
                  <a:lnTo>
                    <a:pt x="181" y="218"/>
                  </a:lnTo>
                  <a:lnTo>
                    <a:pt x="165" y="223"/>
                  </a:lnTo>
                  <a:lnTo>
                    <a:pt x="152" y="232"/>
                  </a:lnTo>
                  <a:lnTo>
                    <a:pt x="143" y="244"/>
                  </a:lnTo>
                  <a:lnTo>
                    <a:pt x="137" y="258"/>
                  </a:lnTo>
                  <a:lnTo>
                    <a:pt x="133" y="273"/>
                  </a:lnTo>
                  <a:lnTo>
                    <a:pt x="14" y="273"/>
                  </a:lnTo>
                  <a:lnTo>
                    <a:pt x="19" y="243"/>
                  </a:lnTo>
                  <a:lnTo>
                    <a:pt x="29" y="216"/>
                  </a:lnTo>
                  <a:lnTo>
                    <a:pt x="44" y="191"/>
                  </a:lnTo>
                  <a:lnTo>
                    <a:pt x="62" y="171"/>
                  </a:lnTo>
                  <a:lnTo>
                    <a:pt x="85" y="156"/>
                  </a:lnTo>
                  <a:lnTo>
                    <a:pt x="112" y="143"/>
                  </a:lnTo>
                  <a:lnTo>
                    <a:pt x="140" y="133"/>
                  </a:lnTo>
                  <a:lnTo>
                    <a:pt x="172" y="127"/>
                  </a:lnTo>
                  <a:lnTo>
                    <a:pt x="206" y="126"/>
                  </a:lnTo>
                  <a:close/>
                  <a:moveTo>
                    <a:pt x="2510" y="0"/>
                  </a:moveTo>
                  <a:lnTo>
                    <a:pt x="2510" y="135"/>
                  </a:lnTo>
                  <a:lnTo>
                    <a:pt x="2594" y="135"/>
                  </a:lnTo>
                  <a:lnTo>
                    <a:pt x="2594" y="229"/>
                  </a:lnTo>
                  <a:lnTo>
                    <a:pt x="2510" y="229"/>
                  </a:lnTo>
                  <a:lnTo>
                    <a:pt x="2510" y="440"/>
                  </a:lnTo>
                  <a:lnTo>
                    <a:pt x="2511" y="459"/>
                  </a:lnTo>
                  <a:lnTo>
                    <a:pt x="2517" y="472"/>
                  </a:lnTo>
                  <a:lnTo>
                    <a:pt x="2525" y="481"/>
                  </a:lnTo>
                  <a:lnTo>
                    <a:pt x="2538" y="487"/>
                  </a:lnTo>
                  <a:lnTo>
                    <a:pt x="2553" y="489"/>
                  </a:lnTo>
                  <a:lnTo>
                    <a:pt x="2570" y="488"/>
                  </a:lnTo>
                  <a:lnTo>
                    <a:pt x="2585" y="486"/>
                  </a:lnTo>
                  <a:lnTo>
                    <a:pt x="2597" y="481"/>
                  </a:lnTo>
                  <a:lnTo>
                    <a:pt x="2597" y="579"/>
                  </a:lnTo>
                  <a:lnTo>
                    <a:pt x="2579" y="584"/>
                  </a:lnTo>
                  <a:lnTo>
                    <a:pt x="2555" y="587"/>
                  </a:lnTo>
                  <a:lnTo>
                    <a:pt x="2527" y="588"/>
                  </a:lnTo>
                  <a:lnTo>
                    <a:pt x="2493" y="586"/>
                  </a:lnTo>
                  <a:lnTo>
                    <a:pt x="2464" y="580"/>
                  </a:lnTo>
                  <a:lnTo>
                    <a:pt x="2439" y="570"/>
                  </a:lnTo>
                  <a:lnTo>
                    <a:pt x="2419" y="554"/>
                  </a:lnTo>
                  <a:lnTo>
                    <a:pt x="2403" y="535"/>
                  </a:lnTo>
                  <a:lnTo>
                    <a:pt x="2393" y="513"/>
                  </a:lnTo>
                  <a:lnTo>
                    <a:pt x="2386" y="485"/>
                  </a:lnTo>
                  <a:lnTo>
                    <a:pt x="2383" y="453"/>
                  </a:lnTo>
                  <a:lnTo>
                    <a:pt x="2383" y="229"/>
                  </a:lnTo>
                  <a:lnTo>
                    <a:pt x="2332" y="229"/>
                  </a:lnTo>
                  <a:lnTo>
                    <a:pt x="2332" y="135"/>
                  </a:lnTo>
                  <a:lnTo>
                    <a:pt x="2383" y="135"/>
                  </a:lnTo>
                  <a:lnTo>
                    <a:pt x="2383" y="52"/>
                  </a:lnTo>
                  <a:lnTo>
                    <a:pt x="25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pic>
        <p:nvPicPr>
          <p:cNvPr id="11" name="Picture 10" descr="A green and black logo&#10;&#10;Description automatically generated">
            <a:extLst>
              <a:ext uri="{FF2B5EF4-FFF2-40B4-BE49-F238E27FC236}">
                <a16:creationId xmlns:a16="http://schemas.microsoft.com/office/drawing/2014/main" id="{AEBC3981-DDA6-94F1-AB77-AC5B2A18177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88043" y="582006"/>
            <a:ext cx="829433" cy="337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9D5C02-B50E-C640-8CAD-3F96A218AAC8}"/>
              </a:ext>
            </a:extLst>
          </p:cNvPr>
          <p:cNvSpPr txBox="1"/>
          <p:nvPr userDrawn="1"/>
        </p:nvSpPr>
        <p:spPr>
          <a:xfrm>
            <a:off x="11430000" y="6479507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US" sz="8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Graphik" panose="020B0503030202060203" pitchFamily="34" charset="0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sym typeface="Graphik" panose="020B0503030202060203" pitchFamily="34" charset="0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5EF2B91F-3860-1C4E-F4A8-88A49B72E894}"/>
              </a:ext>
            </a:extLst>
          </p:cNvPr>
          <p:cNvSpPr txBox="1"/>
          <p:nvPr userDrawn="1"/>
        </p:nvSpPr>
        <p:spPr>
          <a:xfrm>
            <a:off x="6522720" y="6482079"/>
            <a:ext cx="490728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en-US" sz="800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  <a:endParaRPr lang="en-US" sz="800">
              <a:solidFill>
                <a:srgbClr val="BEBEBE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212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9DBCB243-7564-E59C-2918-C794F082C2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3393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BCB243-7564-E59C-2918-C794F082C2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6467D-39B3-5087-733F-142523C9E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1BC8A35-4A2F-2B23-1904-E7E2C87F6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19D9EEA-DDED-3C59-BD4B-1A6F8D207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" y="6407924"/>
            <a:ext cx="653975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rtl="0">
              <a:defRPr lang="en-AU" sz="1000" b="0" i="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</a:p>
        </p:txBody>
      </p:sp>
    </p:spTree>
    <p:extLst>
      <p:ext uri="{BB962C8B-B14F-4D97-AF65-F5344CB8AC3E}">
        <p14:creationId xmlns:p14="http://schemas.microsoft.com/office/powerpoint/2010/main" val="234467325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355174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132A34A0-6F0D-409B-8CDA-0EFFA7B3D94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800" b="0" i="0" u="none" cap="none" baseline="0">
              <a:latin typeface="Graphik Semibold" panose="020B0703030202060203" pitchFamily="34" charset="0"/>
              <a:ea typeface="+mj-ea"/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1763713"/>
            <a:ext cx="11430000" cy="4294187"/>
          </a:xfrm>
        </p:spPr>
        <p:txBody>
          <a:bodyPr vert="horz" lIns="0" tIns="0" rIns="0" bIns="0" rtlCol="0">
            <a:noAutofit/>
          </a:bodyPr>
          <a:lstStyle>
            <a:lvl1pPr rtl="0">
              <a:defRPr lang="en-US" sz="2000" b="0" kern="1200" cap="all" baseline="0" dirty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 marL="182875" rtl="0">
              <a:defRPr lang="en-US" sz="1600" dirty="0" smtClean="0"/>
            </a:lvl2pPr>
            <a:lvl3pPr marL="365751" rtl="0">
              <a:defRPr lang="en-US" sz="1600" dirty="0" smtClean="0"/>
            </a:lvl3pPr>
            <a:lvl4pPr rtl="0">
              <a:defRPr lang="en-US" sz="1600" dirty="0" smtClean="0"/>
            </a:lvl4pPr>
            <a:lvl5pPr rtl="0">
              <a:defRPr lang="en-US" sz="1600" dirty="0"/>
            </a:lvl5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3E46A73-18DE-ABF5-C1C4-6D838832E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65E699-FC98-261C-94FA-BE37968DD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" y="6407924"/>
            <a:ext cx="653975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rtl="0">
              <a:defRPr lang="en-AU" sz="1000" b="0" i="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</a:p>
        </p:txBody>
      </p:sp>
    </p:spTree>
    <p:extLst>
      <p:ext uri="{BB962C8B-B14F-4D97-AF65-F5344CB8AC3E}">
        <p14:creationId xmlns:p14="http://schemas.microsoft.com/office/powerpoint/2010/main" val="172113231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057725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FDD4B729-9A18-4405-ADD8-C86C14445E4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CF39242-88A3-408A-9284-DF9ABFEF1D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985984"/>
            <a:ext cx="6134101" cy="1295401"/>
          </a:xfrm>
        </p:spPr>
        <p:txBody>
          <a:bodyPr vert="horz"/>
          <a:lstStyle>
            <a:lvl1pPr rtl="0">
              <a:defRPr sz="3200"/>
            </a:lvl1pPr>
          </a:lstStyle>
          <a:p>
            <a:r>
              <a:rPr lang="en-US"/>
              <a:t>Mastertitelformat bearbeiten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83592E-8400-1D81-6A90-3B299D46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2619" y="6381686"/>
            <a:ext cx="770951" cy="192287"/>
          </a:xfrm>
        </p:spPr>
        <p:txBody>
          <a:bodyPr/>
          <a:lstStyle>
            <a:lvl1pPr rtl="0">
              <a:defRPr/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23920A1-505E-BECD-1A50-1712A11D48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0999" y="3414485"/>
            <a:ext cx="5569857" cy="914400"/>
          </a:xfrm>
        </p:spPr>
        <p:txBody>
          <a:bodyPr anchor="b" anchorCtr="0"/>
          <a:lstStyle>
            <a:lvl1pPr rtl="0">
              <a:defRPr sz="23900" b="0">
                <a:gradFill>
                  <a:gsLst>
                    <a:gs pos="20000">
                      <a:schemeClr val="accent5"/>
                    </a:gs>
                    <a:gs pos="100000">
                      <a:schemeClr val="accent3"/>
                    </a:gs>
                  </a:gsLst>
                  <a:lin ang="5400000" scaled="1"/>
                </a:gradFill>
                <a:latin typeface="+mn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18795E4-5999-3380-61D6-BDCA873E6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29715" y="0"/>
            <a:ext cx="468811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1CB616B-135D-D071-00E4-FC9EFBABC248}"/>
              </a:ext>
            </a:extLst>
          </p:cNvPr>
          <p:cNvSpPr/>
          <p:nvPr userDrawn="1"/>
        </p:nvSpPr>
        <p:spPr>
          <a:xfrm>
            <a:off x="12017829" y="-1"/>
            <a:ext cx="174171" cy="6857999"/>
          </a:xfrm>
          <a:prstGeom prst="rect">
            <a:avLst/>
          </a:prstGeom>
          <a:gradFill>
            <a:gsLst>
              <a:gs pos="20000">
                <a:schemeClr val="accent5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63AFFF4-BEEF-BA31-BFF1-C5D760B06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" y="6407924"/>
            <a:ext cx="653975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rtl="0">
              <a:defRPr lang="en-AU" sz="1000" b="0" i="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</a:p>
        </p:txBody>
      </p:sp>
    </p:spTree>
    <p:extLst>
      <p:ext uri="{BB962C8B-B14F-4D97-AF65-F5344CB8AC3E}">
        <p14:creationId xmlns:p14="http://schemas.microsoft.com/office/powerpoint/2010/main" val="71101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a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821938B-22C0-4158-AFA6-DFB9F7DA3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42566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821938B-22C0-4158-AFA6-DFB9F7DA3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270972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rtl="0">
              <a:defRPr sz="2400" b="1">
                <a:solidFill>
                  <a:schemeClr val="tx1"/>
                </a:solidFill>
                <a:latin typeface="Neue Haas Grotesk Text Pro" panose="020B0504020202020204" pitchFamily="34" charset="0"/>
                <a:sym typeface="Neue Haas Grotesk Text Pro" panose="020B0504020202020204" pitchFamily="34" charset="0"/>
              </a:defRPr>
            </a:lvl1pPr>
          </a:lstStyle>
          <a:p>
            <a:r>
              <a:rPr lang="en-US"/>
              <a:t>Place headline here (36pt, min 30pt)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59C87-9E22-FE7B-51CB-A2F5F8E56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" y="6407924"/>
            <a:ext cx="653975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rtl="0">
              <a:defRPr lang="en-AU" sz="1000" b="0" i="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</a:p>
        </p:txBody>
      </p:sp>
    </p:spTree>
    <p:extLst>
      <p:ext uri="{BB962C8B-B14F-4D97-AF65-F5344CB8AC3E}">
        <p14:creationId xmlns:p14="http://schemas.microsoft.com/office/powerpoint/2010/main" val="4233610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0CC4263-3BD0-6BFD-F9F1-CFBCE860F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2387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CC4263-3BD0-6BFD-F9F1-CFBCE860F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6654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rtl="0">
              <a:lnSpc>
                <a:spcPct val="100000"/>
              </a:lnSpc>
              <a:defRPr sz="2000" b="1" i="0">
                <a:latin typeface="Graphik" panose="020B0503030202060203" pitchFamily="34" charset="0"/>
                <a:sym typeface="Graphik" panose="020B0503030202060203" pitchFamily="34" charset="0"/>
              </a:defRPr>
            </a:lvl1pPr>
          </a:lstStyle>
          <a:p>
            <a:r>
              <a:rPr lang="en-US"/>
              <a:t>Place headline here (20pt)</a:t>
            </a:r>
            <a:br>
              <a:rPr lang="en-US"/>
            </a:br>
            <a:r>
              <a:rPr lang="en-US"/>
              <a:t>Place headline here (20pt)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A0C99-9371-BA4B-AC9A-29059C3A8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32419"/>
            <a:ext cx="11430000" cy="19972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ts val="1800"/>
              </a:lnSpc>
              <a:spcAft>
                <a:spcPts val="0"/>
              </a:spcAft>
              <a:buNone/>
              <a:defRPr sz="1400" b="0" i="0">
                <a:solidFill>
                  <a:schemeClr val="accent2"/>
                </a:solidFill>
                <a:latin typeface="Graphik" panose="020B0503030202060203" pitchFamily="34" charset="0"/>
                <a:sym typeface="Graphik" panose="020B0503030202060203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Place subtitle here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7B6023E-9255-CD90-4BD7-B0E2D5E66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" y="6407924"/>
            <a:ext cx="653975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rtl="0">
              <a:defRPr lang="en-AU" sz="1000" b="0" i="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</a:p>
        </p:txBody>
      </p:sp>
    </p:spTree>
    <p:extLst>
      <p:ext uri="{BB962C8B-B14F-4D97-AF65-F5344CB8AC3E}">
        <p14:creationId xmlns:p14="http://schemas.microsoft.com/office/powerpoint/2010/main" val="308621393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A111426-E6D6-C5E2-8894-78A0A12765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78238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111426-E6D6-C5E2-8894-78A0A1276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0C7C8F4-C477-0F1B-8B16-CC6878FEE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231"/>
            <a:ext cx="11430001" cy="381000"/>
          </a:xfrm>
          <a:prstGeom prst="rect">
            <a:avLst/>
          </a:prstGeom>
        </p:spPr>
        <p:txBody>
          <a:bodyPr vert="horz" lIns="0"/>
          <a:lstStyle>
            <a:lvl1pPr rtl="0">
              <a:defRPr sz="2400" b="1"/>
            </a:lvl1pPr>
          </a:lstStyle>
          <a:p>
            <a:r>
              <a:rPr lang="en-US"/>
              <a:t>Title Here (One Line)</a:t>
            </a:r>
          </a:p>
        </p:txBody>
      </p:sp>
      <p:sp>
        <p:nvSpPr>
          <p:cNvPr id="7" name="GTS_Purple" descr="Accenture Greater Than symbol in purple">
            <a:extLst>
              <a:ext uri="{FF2B5EF4-FFF2-40B4-BE49-F238E27FC236}">
                <a16:creationId xmlns:a16="http://schemas.microsoft.com/office/drawing/2014/main" id="{847B87E7-5120-3B78-6836-B53A9D23BE2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4641" y="652812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0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Graphik" panose="020B050303020206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D605F-FABC-F6D0-ACE3-EB2C29522C37}"/>
              </a:ext>
            </a:extLst>
          </p:cNvPr>
          <p:cNvSpPr txBox="1"/>
          <p:nvPr userDrawn="1"/>
        </p:nvSpPr>
        <p:spPr>
          <a:xfrm>
            <a:off x="11430000" y="6479507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US" sz="8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Graphik" panose="020B0503030202060203" pitchFamily="34" charset="0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sym typeface="Graphik" panose="020B0503030202060203" pitchFamily="34" charset="0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2CB475C3-E797-8D7F-E619-516259CA15E4}"/>
              </a:ext>
            </a:extLst>
          </p:cNvPr>
          <p:cNvSpPr txBox="1"/>
          <p:nvPr userDrawn="1"/>
        </p:nvSpPr>
        <p:spPr>
          <a:xfrm>
            <a:off x="6522720" y="6482079"/>
            <a:ext cx="490728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en-US" sz="800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  <a:endParaRPr lang="en-US" sz="800">
              <a:solidFill>
                <a:srgbClr val="BEBEBE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87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686">
          <p15:clr>
            <a:srgbClr val="FBAE40"/>
          </p15:clr>
        </p15:guide>
        <p15:guide id="4" orient="horz" pos="2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9.sv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ags" Target="../tags/tag11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theme" Target="../theme/theme2.xml"/><Relationship Id="rId30" Type="http://schemas.openxmlformats.org/officeDocument/2006/relationships/image" Target="../media/image7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tags" Target="../tags/tag40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6.emf"/><Relationship Id="rId11" Type="http://schemas.openxmlformats.org/officeDocument/2006/relationships/image" Target="../media/image21.png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20.png"/><Relationship Id="rId4" Type="http://schemas.openxmlformats.org/officeDocument/2006/relationships/tags" Target="../tags/tag41.xml"/><Relationship Id="rId9" Type="http://schemas.openxmlformats.org/officeDocument/2006/relationships/image" Target="../media/image19.png"/><Relationship Id="rId14" Type="http://schemas.openxmlformats.org/officeDocument/2006/relationships/image" Target="../media/image24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slideLayout" Target="../slideLayouts/slideLayout40.xml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image" Target="../media/image29.jpeg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ags" Target="../tags/tag48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5.xml"/><Relationship Id="rId15" Type="http://schemas.openxmlformats.org/officeDocument/2006/relationships/image" Target="../media/image30.emf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oleObject" Target="../embeddings/oleObject42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oleObject" Target="../embeddings/oleObject52.bin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image" Target="../media/image34.jpeg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tags" Target="../tags/tag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tags" Target="../tags/tag60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theme" Target="../theme/theme6.xml"/><Relationship Id="rId27" Type="http://schemas.openxmlformats.org/officeDocument/2006/relationships/image" Target="../media/image13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97.xml"/><Relationship Id="rId3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92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29" Type="http://schemas.openxmlformats.org/officeDocument/2006/relationships/theme" Target="../theme/theme7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32" Type="http://schemas.openxmlformats.org/officeDocument/2006/relationships/image" Target="../media/image6.emf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31" Type="http://schemas.openxmlformats.org/officeDocument/2006/relationships/oleObject" Target="../embeddings/oleObject74.bin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8.xml"/><Relationship Id="rId30" Type="http://schemas.openxmlformats.org/officeDocument/2006/relationships/tags" Target="../tags/tag10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51.jpe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tags" Target="../tags/tag129.xml"/><Relationship Id="rId10" Type="http://schemas.openxmlformats.org/officeDocument/2006/relationships/slideLayout" Target="../slideLayouts/slideLayout109.xml"/><Relationship Id="rId19" Type="http://schemas.openxmlformats.org/officeDocument/2006/relationships/image" Target="../media/image52.png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theme" Target="../theme/theme9.xml"/><Relationship Id="rId7" Type="http://schemas.openxmlformats.org/officeDocument/2006/relationships/image" Target="../media/image16.emf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20.png"/><Relationship Id="rId5" Type="http://schemas.openxmlformats.org/officeDocument/2006/relationships/tags" Target="../tags/tag145.xml"/><Relationship Id="rId15" Type="http://schemas.openxmlformats.org/officeDocument/2006/relationships/image" Target="../media/image24.emf"/><Relationship Id="rId10" Type="http://schemas.openxmlformats.org/officeDocument/2006/relationships/image" Target="../media/image19.png"/><Relationship Id="rId4" Type="http://schemas.openxmlformats.org/officeDocument/2006/relationships/tags" Target="../tags/tag144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oleObject" Target="../embeddings/oleObject119.bin"/><Relationship Id="rId5" Type="http://schemas.openxmlformats.org/officeDocument/2006/relationships/slideLayout" Target="../slideLayouts/slideLayout119.xml"/><Relationship Id="rId10" Type="http://schemas.openxmlformats.org/officeDocument/2006/relationships/tags" Target="../tags/tag155.xml"/><Relationship Id="rId4" Type="http://schemas.openxmlformats.org/officeDocument/2006/relationships/slideLayout" Target="../slideLayouts/slideLayout118.xml"/><Relationship Id="rId9" Type="http://schemas.openxmlformats.org/officeDocument/2006/relationships/tags" Target="../tags/tag1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C97C296-5F34-47D4-1C5E-1732A7F18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189547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06" imgH="306" progId="TCLayout.ActiveDocument.1">
                  <p:embed/>
                </p:oleObj>
              </mc:Choice>
              <mc:Fallback>
                <p:oleObj name="think-cell Slide" r:id="rId13" imgW="306" imgH="30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97C296-5F34-47D4-1C5E-1732A7F18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8DE68C8-206B-0F62-EF28-42BCEE9D78E3}"/>
              </a:ext>
            </a:extLst>
          </p:cNvPr>
          <p:cNvSpPr txBox="1"/>
          <p:nvPr userDrawn="1"/>
        </p:nvSpPr>
        <p:spPr>
          <a:xfrm>
            <a:off x="6355080" y="6534734"/>
            <a:ext cx="5167282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75000"/>
                  </a:schemeClr>
                </a:solidFill>
                <a:latin typeface="+mn-lt"/>
              </a:rPr>
              <a:t>Copyright © 2026 Accenture. All rights reserved. Accenture Confidential and Proprietary Material.</a:t>
            </a:r>
            <a:endParaRPr lang="en-US" noProof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7EE1684A-EC2D-C0F3-1356-AF0D3F54DC69}"/>
              </a:ext>
            </a:extLst>
          </p:cNvPr>
          <p:cNvSpPr txBox="1">
            <a:spLocks/>
          </p:cNvSpPr>
          <p:nvPr userDrawn="1"/>
        </p:nvSpPr>
        <p:spPr>
          <a:xfrm>
            <a:off x="11451772" y="6453772"/>
            <a:ext cx="35922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E6EDA851-9FCC-4E59-BE51-92A2417AADE1}" type="slidenum">
              <a:rPr lang="en-US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pPr rtl="0"/>
              <a:t>‹#›</a:t>
            </a:fld>
            <a:endParaRPr lang="en-US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224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10" r:id="rId5"/>
    <p:sldLayoutId id="2147483713" r:id="rId6"/>
    <p:sldLayoutId id="2147483914" r:id="rId7"/>
    <p:sldLayoutId id="2147484019" r:id="rId8"/>
    <p:sldLayoutId id="2147484098" r:id="rId9"/>
    <p:sldLayoutId id="214748414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4056">
          <p15:clr>
            <a:srgbClr val="F26B43"/>
          </p15:clr>
        </p15:guide>
        <p15:guide id="5" orient="horz" pos="10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9ADFC85-607D-1747-89BA-9E67FB19A6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780617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7772400" imgH="10058400" progId="TCLayout.ActiveDocument.1">
                  <p:embed/>
                </p:oleObj>
              </mc:Choice>
              <mc:Fallback>
                <p:oleObj name="think-cell Slide" r:id="rId2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9ADFC85-607D-1747-89BA-9E67FB19A6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87" name="Straight Connector 41">
            <a:extLst>
              <a:ext uri="{FF2B5EF4-FFF2-40B4-BE49-F238E27FC236}">
                <a16:creationId xmlns:a16="http://schemas.microsoft.com/office/drawing/2014/main" id="{2F632BCC-9720-49A0-B8CB-3AA475DDC3AD}"/>
              </a:ext>
            </a:extLst>
          </p:cNvPr>
          <p:cNvCxnSpPr/>
          <p:nvPr userDrawn="1"/>
        </p:nvCxnSpPr>
        <p:spPr>
          <a:xfrm>
            <a:off x="-252640" y="1673414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50">
            <a:extLst>
              <a:ext uri="{FF2B5EF4-FFF2-40B4-BE49-F238E27FC236}">
                <a16:creationId xmlns:a16="http://schemas.microsoft.com/office/drawing/2014/main" id="{6B9E25C0-9C4A-460B-8BC5-0ADA2AB4AE00}"/>
              </a:ext>
            </a:extLst>
          </p:cNvPr>
          <p:cNvCxnSpPr/>
          <p:nvPr userDrawn="1"/>
        </p:nvCxnSpPr>
        <p:spPr>
          <a:xfrm>
            <a:off x="-252640" y="182996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51">
            <a:extLst>
              <a:ext uri="{FF2B5EF4-FFF2-40B4-BE49-F238E27FC236}">
                <a16:creationId xmlns:a16="http://schemas.microsoft.com/office/drawing/2014/main" id="{0C33DAA3-909D-4616-9D2E-34CDDCEB63BA}"/>
              </a:ext>
            </a:extLst>
          </p:cNvPr>
          <p:cNvSpPr txBox="1"/>
          <p:nvPr userDrawn="1"/>
        </p:nvSpPr>
        <p:spPr>
          <a:xfrm>
            <a:off x="-1980884" y="1878613"/>
            <a:ext cx="1778865" cy="222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Upper Guide Content</a:t>
            </a:r>
          </a:p>
        </p:txBody>
      </p:sp>
      <p:sp>
        <p:nvSpPr>
          <p:cNvPr id="90" name="TextBox 52">
            <a:extLst>
              <a:ext uri="{FF2B5EF4-FFF2-40B4-BE49-F238E27FC236}">
                <a16:creationId xmlns:a16="http://schemas.microsoft.com/office/drawing/2014/main" id="{C0346F15-7113-4628-AD6A-A7CF2B3C84A8}"/>
              </a:ext>
            </a:extLst>
          </p:cNvPr>
          <p:cNvSpPr txBox="1"/>
          <p:nvPr userDrawn="1"/>
        </p:nvSpPr>
        <p:spPr>
          <a:xfrm>
            <a:off x="-1860884" y="142551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Tagline</a:t>
            </a:r>
          </a:p>
        </p:txBody>
      </p:sp>
      <p:cxnSp>
        <p:nvCxnSpPr>
          <p:cNvPr id="91" name="Straight Connector 53">
            <a:extLst>
              <a:ext uri="{FF2B5EF4-FFF2-40B4-BE49-F238E27FC236}">
                <a16:creationId xmlns:a16="http://schemas.microsoft.com/office/drawing/2014/main" id="{17A556A7-C0EA-4D55-A414-879627C752D0}"/>
              </a:ext>
            </a:extLst>
          </p:cNvPr>
          <p:cNvCxnSpPr>
            <a:cxnSpLocks/>
          </p:cNvCxnSpPr>
          <p:nvPr userDrawn="1"/>
        </p:nvCxnSpPr>
        <p:spPr>
          <a:xfrm flipV="1">
            <a:off x="-252640" y="37662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54">
            <a:extLst>
              <a:ext uri="{FF2B5EF4-FFF2-40B4-BE49-F238E27FC236}">
                <a16:creationId xmlns:a16="http://schemas.microsoft.com/office/drawing/2014/main" id="{1ECF6FD6-8287-479F-BE43-D3C5AA30D42F}"/>
              </a:ext>
            </a:extLst>
          </p:cNvPr>
          <p:cNvSpPr txBox="1">
            <a:spLocks/>
          </p:cNvSpPr>
          <p:nvPr userDrawn="1"/>
        </p:nvSpPr>
        <p:spPr>
          <a:xfrm>
            <a:off x="-1260720" y="2836100"/>
            <a:ext cx="9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3</a:t>
            </a:r>
          </a:p>
        </p:txBody>
      </p:sp>
      <p:sp>
        <p:nvSpPr>
          <p:cNvPr id="93" name="Rectangle 55">
            <a:extLst>
              <a:ext uri="{FF2B5EF4-FFF2-40B4-BE49-F238E27FC236}">
                <a16:creationId xmlns:a16="http://schemas.microsoft.com/office/drawing/2014/main" id="{231A77BB-E864-473D-A6FA-EFEA8459317B}"/>
              </a:ext>
            </a:extLst>
          </p:cNvPr>
          <p:cNvSpPr/>
          <p:nvPr userDrawn="1"/>
        </p:nvSpPr>
        <p:spPr bwMode="gray">
          <a:xfrm>
            <a:off x="-324720" y="2836102"/>
            <a:ext cx="180000" cy="18000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5852" algn="l"/>
              </a:tabLst>
              <a:defRPr/>
            </a:pPr>
            <a:endParaRPr kumimoji="0" lang="en-US" sz="9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4" name="TextBox 56">
            <a:extLst>
              <a:ext uri="{FF2B5EF4-FFF2-40B4-BE49-F238E27FC236}">
                <a16:creationId xmlns:a16="http://schemas.microsoft.com/office/drawing/2014/main" id="{5803AA03-080B-49FA-8C99-2A393050FC93}"/>
              </a:ext>
            </a:extLst>
          </p:cNvPr>
          <p:cNvSpPr txBox="1">
            <a:spLocks/>
          </p:cNvSpPr>
          <p:nvPr userDrawn="1"/>
        </p:nvSpPr>
        <p:spPr>
          <a:xfrm>
            <a:off x="-1860720" y="2407438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1</a:t>
            </a:r>
          </a:p>
        </p:txBody>
      </p:sp>
      <p:sp>
        <p:nvSpPr>
          <p:cNvPr id="95" name="Rectangle 57">
            <a:extLst>
              <a:ext uri="{FF2B5EF4-FFF2-40B4-BE49-F238E27FC236}">
                <a16:creationId xmlns:a16="http://schemas.microsoft.com/office/drawing/2014/main" id="{2943F56E-C988-4F9E-8761-DFDDF4116958}"/>
              </a:ext>
            </a:extLst>
          </p:cNvPr>
          <p:cNvSpPr/>
          <p:nvPr userDrawn="1"/>
        </p:nvSpPr>
        <p:spPr bwMode="gray">
          <a:xfrm>
            <a:off x="-324720" y="2407438"/>
            <a:ext cx="180000" cy="180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5852" algn="l"/>
              </a:tabLst>
              <a:defRPr/>
            </a:pPr>
            <a:endParaRPr kumimoji="0" lang="en-US" sz="985" b="0" i="0" u="none" strike="noStrike" kern="1200" cap="none" spc="0" normalizeH="0" baseline="0" noProof="0">
              <a:ln>
                <a:noFill/>
              </a:ln>
              <a:solidFill>
                <a:srgbClr val="BEBEBE">
                  <a:lumMod val="10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6" name="Rectangle 58">
            <a:extLst>
              <a:ext uri="{FF2B5EF4-FFF2-40B4-BE49-F238E27FC236}">
                <a16:creationId xmlns:a16="http://schemas.microsoft.com/office/drawing/2014/main" id="{E9C2E5AE-6EC1-48F8-9AA5-72E6EF868F19}"/>
              </a:ext>
            </a:extLst>
          </p:cNvPr>
          <p:cNvSpPr/>
          <p:nvPr userDrawn="1"/>
        </p:nvSpPr>
        <p:spPr bwMode="gray">
          <a:xfrm>
            <a:off x="-324720" y="2621770"/>
            <a:ext cx="180000" cy="18000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5852" algn="l"/>
              </a:tabLst>
              <a:defRPr/>
            </a:pPr>
            <a:endParaRPr kumimoji="0" lang="en-US" sz="9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7" name="TextBox 59">
            <a:extLst>
              <a:ext uri="{FF2B5EF4-FFF2-40B4-BE49-F238E27FC236}">
                <a16:creationId xmlns:a16="http://schemas.microsoft.com/office/drawing/2014/main" id="{B83ABC39-0165-4FD0-8F35-DCC9D384963C}"/>
              </a:ext>
            </a:extLst>
          </p:cNvPr>
          <p:cNvSpPr txBox="1">
            <a:spLocks/>
          </p:cNvSpPr>
          <p:nvPr userDrawn="1"/>
        </p:nvSpPr>
        <p:spPr>
          <a:xfrm>
            <a:off x="-1260720" y="2621769"/>
            <a:ext cx="9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2</a:t>
            </a:r>
          </a:p>
        </p:txBody>
      </p:sp>
      <p:sp>
        <p:nvSpPr>
          <p:cNvPr id="98" name="TextBox 65">
            <a:extLst>
              <a:ext uri="{FF2B5EF4-FFF2-40B4-BE49-F238E27FC236}">
                <a16:creationId xmlns:a16="http://schemas.microsoft.com/office/drawing/2014/main" id="{B0D9D43A-4C6D-46D9-89E9-5C8F77F6D09A}"/>
              </a:ext>
            </a:extLst>
          </p:cNvPr>
          <p:cNvSpPr txBox="1"/>
          <p:nvPr userDrawn="1"/>
        </p:nvSpPr>
        <p:spPr>
          <a:xfrm>
            <a:off x="-1860720" y="5350476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White</a:t>
            </a:r>
          </a:p>
        </p:txBody>
      </p:sp>
      <p:sp>
        <p:nvSpPr>
          <p:cNvPr id="99" name="Rectangle 67">
            <a:extLst>
              <a:ext uri="{FF2B5EF4-FFF2-40B4-BE49-F238E27FC236}">
                <a16:creationId xmlns:a16="http://schemas.microsoft.com/office/drawing/2014/main" id="{FF0868B0-34C9-430E-B94A-7704EE2F8C03}"/>
              </a:ext>
            </a:extLst>
          </p:cNvPr>
          <p:cNvSpPr/>
          <p:nvPr userDrawn="1"/>
        </p:nvSpPr>
        <p:spPr bwMode="gray">
          <a:xfrm>
            <a:off x="-324720" y="5350479"/>
            <a:ext cx="180000" cy="1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5852" algn="l"/>
              </a:tabLst>
              <a:defRPr/>
            </a:pPr>
            <a:endParaRPr kumimoji="0" lang="en-US" sz="9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00" name="Rectangle 68">
            <a:extLst>
              <a:ext uri="{FF2B5EF4-FFF2-40B4-BE49-F238E27FC236}">
                <a16:creationId xmlns:a16="http://schemas.microsoft.com/office/drawing/2014/main" id="{46995787-0859-4C84-AC1B-F4258124BB14}"/>
              </a:ext>
            </a:extLst>
          </p:cNvPr>
          <p:cNvSpPr>
            <a:spLocks/>
          </p:cNvSpPr>
          <p:nvPr userDrawn="1"/>
        </p:nvSpPr>
        <p:spPr bwMode="gray">
          <a:xfrm>
            <a:off x="-324884" y="4493154"/>
            <a:ext cx="180000" cy="18000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bg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5852" algn="l"/>
              </a:tabLst>
              <a:defRPr/>
            </a:pPr>
            <a:endParaRPr kumimoji="0" lang="en-US" sz="9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01" name="TextBox 69">
            <a:extLst>
              <a:ext uri="{FF2B5EF4-FFF2-40B4-BE49-F238E27FC236}">
                <a16:creationId xmlns:a16="http://schemas.microsoft.com/office/drawing/2014/main" id="{FCEB18DC-7607-4FE6-A6F6-7C5225D30B51}"/>
              </a:ext>
            </a:extLst>
          </p:cNvPr>
          <p:cNvSpPr txBox="1">
            <a:spLocks/>
          </p:cNvSpPr>
          <p:nvPr userDrawn="1"/>
        </p:nvSpPr>
        <p:spPr>
          <a:xfrm>
            <a:off x="-1860720" y="4493151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Black (Text)</a:t>
            </a:r>
          </a:p>
        </p:txBody>
      </p:sp>
      <p:sp>
        <p:nvSpPr>
          <p:cNvPr id="102" name="TextBox 70">
            <a:extLst>
              <a:ext uri="{FF2B5EF4-FFF2-40B4-BE49-F238E27FC236}">
                <a16:creationId xmlns:a16="http://schemas.microsoft.com/office/drawing/2014/main" id="{4A27F78B-E628-4F6C-A940-2EA0A71129D6}"/>
              </a:ext>
            </a:extLst>
          </p:cNvPr>
          <p:cNvSpPr txBox="1"/>
          <p:nvPr userDrawn="1"/>
        </p:nvSpPr>
        <p:spPr>
          <a:xfrm>
            <a:off x="-2100884" y="1510032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Headline Line</a:t>
            </a:r>
          </a:p>
        </p:txBody>
      </p:sp>
      <p:cxnSp>
        <p:nvCxnSpPr>
          <p:cNvPr id="103" name="Straight Connector 71">
            <a:extLst>
              <a:ext uri="{FF2B5EF4-FFF2-40B4-BE49-F238E27FC236}">
                <a16:creationId xmlns:a16="http://schemas.microsoft.com/office/drawing/2014/main" id="{C59B3586-A039-4CE2-8C7C-85BECBA09BA1}"/>
              </a:ext>
            </a:extLst>
          </p:cNvPr>
          <p:cNvCxnSpPr/>
          <p:nvPr userDrawn="1"/>
        </p:nvCxnSpPr>
        <p:spPr>
          <a:xfrm>
            <a:off x="-272960" y="65151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72">
            <a:extLst>
              <a:ext uri="{FF2B5EF4-FFF2-40B4-BE49-F238E27FC236}">
                <a16:creationId xmlns:a16="http://schemas.microsoft.com/office/drawing/2014/main" id="{FD32B3B2-5A87-4F1E-9115-15173008133C}"/>
              </a:ext>
            </a:extLst>
          </p:cNvPr>
          <p:cNvSpPr txBox="1"/>
          <p:nvPr userDrawn="1"/>
        </p:nvSpPr>
        <p:spPr>
          <a:xfrm>
            <a:off x="-1920720" y="6601618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Footer</a:t>
            </a:r>
          </a:p>
        </p:txBody>
      </p:sp>
      <p:cxnSp>
        <p:nvCxnSpPr>
          <p:cNvPr id="105" name="Straight Connector 80">
            <a:extLst>
              <a:ext uri="{FF2B5EF4-FFF2-40B4-BE49-F238E27FC236}">
                <a16:creationId xmlns:a16="http://schemas.microsoft.com/office/drawing/2014/main" id="{AAF9AB0E-D820-442A-8363-EBFD8576B6E7}"/>
              </a:ext>
            </a:extLst>
          </p:cNvPr>
          <p:cNvCxnSpPr/>
          <p:nvPr userDrawn="1"/>
        </p:nvCxnSpPr>
        <p:spPr>
          <a:xfrm>
            <a:off x="-249485" y="34290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79">
            <a:extLst>
              <a:ext uri="{FF2B5EF4-FFF2-40B4-BE49-F238E27FC236}">
                <a16:creationId xmlns:a16="http://schemas.microsoft.com/office/drawing/2014/main" id="{E8D66C97-1AFC-4AE7-9004-76E32770F819}"/>
              </a:ext>
            </a:extLst>
          </p:cNvPr>
          <p:cNvSpPr txBox="1"/>
          <p:nvPr userDrawn="1"/>
        </p:nvSpPr>
        <p:spPr>
          <a:xfrm>
            <a:off x="-1406556" y="3229257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Center Type Area</a:t>
            </a:r>
          </a:p>
        </p:txBody>
      </p:sp>
      <p:sp>
        <p:nvSpPr>
          <p:cNvPr id="108" name="TextBox 54">
            <a:extLst>
              <a:ext uri="{FF2B5EF4-FFF2-40B4-BE49-F238E27FC236}">
                <a16:creationId xmlns:a16="http://schemas.microsoft.com/office/drawing/2014/main" id="{EDF50E74-29F2-4EE8-8C42-C42D5EC69356}"/>
              </a:ext>
            </a:extLst>
          </p:cNvPr>
          <p:cNvSpPr txBox="1">
            <a:spLocks/>
          </p:cNvSpPr>
          <p:nvPr userDrawn="1"/>
        </p:nvSpPr>
        <p:spPr>
          <a:xfrm>
            <a:off x="-1260720" y="4064708"/>
            <a:ext cx="9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6</a:t>
            </a:r>
          </a:p>
        </p:txBody>
      </p:sp>
      <p:sp>
        <p:nvSpPr>
          <p:cNvPr id="109" name="Rectangle 55">
            <a:extLst>
              <a:ext uri="{FF2B5EF4-FFF2-40B4-BE49-F238E27FC236}">
                <a16:creationId xmlns:a16="http://schemas.microsoft.com/office/drawing/2014/main" id="{A8256647-799F-4756-BAAD-46B1988C5B4B}"/>
              </a:ext>
            </a:extLst>
          </p:cNvPr>
          <p:cNvSpPr/>
          <p:nvPr userDrawn="1"/>
        </p:nvSpPr>
        <p:spPr bwMode="gray">
          <a:xfrm>
            <a:off x="-324884" y="4064710"/>
            <a:ext cx="180000" cy="1800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bg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110" name="TextBox 56">
            <a:extLst>
              <a:ext uri="{FF2B5EF4-FFF2-40B4-BE49-F238E27FC236}">
                <a16:creationId xmlns:a16="http://schemas.microsoft.com/office/drawing/2014/main" id="{9FD5FED0-18BB-4C16-BFE4-15F8214DEBD2}"/>
              </a:ext>
            </a:extLst>
          </p:cNvPr>
          <p:cNvSpPr txBox="1">
            <a:spLocks/>
          </p:cNvSpPr>
          <p:nvPr userDrawn="1"/>
        </p:nvSpPr>
        <p:spPr>
          <a:xfrm>
            <a:off x="-1260720" y="3636046"/>
            <a:ext cx="9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4</a:t>
            </a:r>
          </a:p>
        </p:txBody>
      </p:sp>
      <p:sp>
        <p:nvSpPr>
          <p:cNvPr id="111" name="Rectangle 57">
            <a:extLst>
              <a:ext uri="{FF2B5EF4-FFF2-40B4-BE49-F238E27FC236}">
                <a16:creationId xmlns:a16="http://schemas.microsoft.com/office/drawing/2014/main" id="{9E62DF09-AC67-434B-8645-839108E3978C}"/>
              </a:ext>
            </a:extLst>
          </p:cNvPr>
          <p:cNvSpPr/>
          <p:nvPr userDrawn="1"/>
        </p:nvSpPr>
        <p:spPr bwMode="gray">
          <a:xfrm>
            <a:off x="-324884" y="3636046"/>
            <a:ext cx="180000" cy="1800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bg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112" name="Rectangle 58">
            <a:extLst>
              <a:ext uri="{FF2B5EF4-FFF2-40B4-BE49-F238E27FC236}">
                <a16:creationId xmlns:a16="http://schemas.microsoft.com/office/drawing/2014/main" id="{19EBBD2D-BBC0-4E97-9FEE-15FF85B1C1FD}"/>
              </a:ext>
            </a:extLst>
          </p:cNvPr>
          <p:cNvSpPr/>
          <p:nvPr userDrawn="1"/>
        </p:nvSpPr>
        <p:spPr bwMode="gray">
          <a:xfrm>
            <a:off x="-324884" y="3850378"/>
            <a:ext cx="180000" cy="18000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bg1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113" name="TextBox 59">
            <a:extLst>
              <a:ext uri="{FF2B5EF4-FFF2-40B4-BE49-F238E27FC236}">
                <a16:creationId xmlns:a16="http://schemas.microsoft.com/office/drawing/2014/main" id="{FEBD9336-8948-47A2-94C1-134BE612E2A3}"/>
              </a:ext>
            </a:extLst>
          </p:cNvPr>
          <p:cNvSpPr txBox="1">
            <a:spLocks/>
          </p:cNvSpPr>
          <p:nvPr userDrawn="1"/>
        </p:nvSpPr>
        <p:spPr>
          <a:xfrm>
            <a:off x="-1260720" y="3850377"/>
            <a:ext cx="9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5</a:t>
            </a:r>
          </a:p>
        </p:txBody>
      </p:sp>
      <p:grpSp>
        <p:nvGrpSpPr>
          <p:cNvPr id="114" name="Gruppieren 46">
            <a:extLst>
              <a:ext uri="{FF2B5EF4-FFF2-40B4-BE49-F238E27FC236}">
                <a16:creationId xmlns:a16="http://schemas.microsoft.com/office/drawing/2014/main" id="{C9806B1B-A478-495D-A1BC-D6D9E452928D}"/>
              </a:ext>
            </a:extLst>
          </p:cNvPr>
          <p:cNvGrpSpPr/>
          <p:nvPr userDrawn="1"/>
        </p:nvGrpSpPr>
        <p:grpSpPr>
          <a:xfrm>
            <a:off x="-861436" y="5139097"/>
            <a:ext cx="716716" cy="180000"/>
            <a:chOff x="-861436" y="5139097"/>
            <a:chExt cx="716716" cy="180000"/>
          </a:xfrm>
        </p:grpSpPr>
        <p:sp>
          <p:nvSpPr>
            <p:cNvPr id="115" name="Rectangle 66">
              <a:extLst>
                <a:ext uri="{FF2B5EF4-FFF2-40B4-BE49-F238E27FC236}">
                  <a16:creationId xmlns:a16="http://schemas.microsoft.com/office/drawing/2014/main" id="{E882FC52-52FF-4C86-82AE-040303F79A35}"/>
                </a:ext>
              </a:extLst>
            </p:cNvPr>
            <p:cNvSpPr/>
            <p:nvPr userDrawn="1"/>
          </p:nvSpPr>
          <p:spPr bwMode="gray">
            <a:xfrm>
              <a:off x="-324720" y="5139097"/>
              <a:ext cx="180000" cy="180000"/>
            </a:xfrm>
            <a:prstGeom prst="rect">
              <a:avLst/>
            </a:prstGeom>
            <a:solidFill>
              <a:srgbClr val="5A5A5A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5852" algn="l"/>
                </a:tabLst>
                <a:defRPr/>
              </a:pPr>
              <a:endParaRPr kumimoji="0" lang="en-US" sz="9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6" name="TextBox 54">
              <a:extLst>
                <a:ext uri="{FF2B5EF4-FFF2-40B4-BE49-F238E27FC236}">
                  <a16:creationId xmlns:a16="http://schemas.microsoft.com/office/drawing/2014/main" id="{7F35BCAF-6D3C-488C-A80D-67C77BF7D8AA}"/>
                </a:ext>
              </a:extLst>
            </p:cNvPr>
            <p:cNvSpPr txBox="1"/>
            <p:nvPr userDrawn="1"/>
          </p:nvSpPr>
          <p:spPr>
            <a:xfrm>
              <a:off x="-861436" y="5139097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Grey 3</a:t>
              </a:r>
            </a:p>
          </p:txBody>
        </p:sp>
      </p:grpSp>
      <p:grpSp>
        <p:nvGrpSpPr>
          <p:cNvPr id="117" name="Gruppieren 3">
            <a:extLst>
              <a:ext uri="{FF2B5EF4-FFF2-40B4-BE49-F238E27FC236}">
                <a16:creationId xmlns:a16="http://schemas.microsoft.com/office/drawing/2014/main" id="{13E62BFC-D5CD-4681-A9DE-D2D51846BAE6}"/>
              </a:ext>
            </a:extLst>
          </p:cNvPr>
          <p:cNvGrpSpPr/>
          <p:nvPr userDrawn="1"/>
        </p:nvGrpSpPr>
        <p:grpSpPr>
          <a:xfrm>
            <a:off x="-861436" y="4714121"/>
            <a:ext cx="716716" cy="180000"/>
            <a:chOff x="-861436" y="4714121"/>
            <a:chExt cx="716716" cy="180000"/>
          </a:xfrm>
        </p:grpSpPr>
        <p:sp>
          <p:nvSpPr>
            <p:cNvPr id="118" name="Rectangle 60">
              <a:extLst>
                <a:ext uri="{FF2B5EF4-FFF2-40B4-BE49-F238E27FC236}">
                  <a16:creationId xmlns:a16="http://schemas.microsoft.com/office/drawing/2014/main" id="{DD829C67-1A2C-44FA-A243-856F8D7044C5}"/>
                </a:ext>
              </a:extLst>
            </p:cNvPr>
            <p:cNvSpPr/>
            <p:nvPr userDrawn="1"/>
          </p:nvSpPr>
          <p:spPr bwMode="gray">
            <a:xfrm>
              <a:off x="-324720" y="4714121"/>
              <a:ext cx="180000" cy="180000"/>
            </a:xfrm>
            <a:prstGeom prst="rect">
              <a:avLst/>
            </a:prstGeom>
            <a:solidFill>
              <a:srgbClr val="BEBEBE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5852" algn="l"/>
                </a:tabLst>
                <a:defRPr/>
              </a:pPr>
              <a:endParaRPr kumimoji="0" lang="en-US" sz="9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9" name="TextBox 56">
              <a:extLst>
                <a:ext uri="{FF2B5EF4-FFF2-40B4-BE49-F238E27FC236}">
                  <a16:creationId xmlns:a16="http://schemas.microsoft.com/office/drawing/2014/main" id="{73642C53-7AF7-44BD-A5E1-756D68C0F02A}"/>
                </a:ext>
              </a:extLst>
            </p:cNvPr>
            <p:cNvSpPr txBox="1"/>
            <p:nvPr userDrawn="1"/>
          </p:nvSpPr>
          <p:spPr>
            <a:xfrm>
              <a:off x="-861436" y="4714121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Grey 1</a:t>
              </a:r>
            </a:p>
          </p:txBody>
        </p:sp>
      </p:grpSp>
      <p:grpSp>
        <p:nvGrpSpPr>
          <p:cNvPr id="120" name="Gruppieren 45">
            <a:extLst>
              <a:ext uri="{FF2B5EF4-FFF2-40B4-BE49-F238E27FC236}">
                <a16:creationId xmlns:a16="http://schemas.microsoft.com/office/drawing/2014/main" id="{71311598-2E40-423D-A6CD-FD8DBCC12FAE}"/>
              </a:ext>
            </a:extLst>
          </p:cNvPr>
          <p:cNvGrpSpPr/>
          <p:nvPr userDrawn="1"/>
        </p:nvGrpSpPr>
        <p:grpSpPr>
          <a:xfrm>
            <a:off x="-861436" y="4926609"/>
            <a:ext cx="716716" cy="180000"/>
            <a:chOff x="-861436" y="4924765"/>
            <a:chExt cx="716716" cy="180000"/>
          </a:xfrm>
        </p:grpSpPr>
        <p:sp>
          <p:nvSpPr>
            <p:cNvPr id="121" name="Rectangle 61">
              <a:extLst>
                <a:ext uri="{FF2B5EF4-FFF2-40B4-BE49-F238E27FC236}">
                  <a16:creationId xmlns:a16="http://schemas.microsoft.com/office/drawing/2014/main" id="{ED0E0E42-3C9C-4462-B014-9D84C8A1EE51}"/>
                </a:ext>
              </a:extLst>
            </p:cNvPr>
            <p:cNvSpPr/>
            <p:nvPr userDrawn="1"/>
          </p:nvSpPr>
          <p:spPr bwMode="gray">
            <a:xfrm>
              <a:off x="-324720" y="4924765"/>
              <a:ext cx="180000" cy="180000"/>
            </a:xfrm>
            <a:prstGeom prst="rect">
              <a:avLst/>
            </a:prstGeom>
            <a:solidFill>
              <a:srgbClr val="969696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5852" algn="l"/>
                </a:tabLst>
                <a:defRPr/>
              </a:pPr>
              <a:endParaRPr kumimoji="0" lang="en-US" sz="9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2" name="TextBox 59">
              <a:extLst>
                <a:ext uri="{FF2B5EF4-FFF2-40B4-BE49-F238E27FC236}">
                  <a16:creationId xmlns:a16="http://schemas.microsoft.com/office/drawing/2014/main" id="{C74EF4F2-62AF-4BEB-92DD-974FE3455BDF}"/>
                </a:ext>
              </a:extLst>
            </p:cNvPr>
            <p:cNvSpPr txBox="1"/>
            <p:nvPr userDrawn="1"/>
          </p:nvSpPr>
          <p:spPr>
            <a:xfrm>
              <a:off x="-861436" y="4924765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Grey 2</a:t>
              </a:r>
            </a:p>
          </p:txBody>
        </p:sp>
      </p:grpSp>
      <p:sp>
        <p:nvSpPr>
          <p:cNvPr id="131" name="TextBox 73">
            <a:extLst>
              <a:ext uri="{FF2B5EF4-FFF2-40B4-BE49-F238E27FC236}">
                <a16:creationId xmlns:a16="http://schemas.microsoft.com/office/drawing/2014/main" id="{6EA6F0B3-3AAA-4DD1-BF77-C2E4A1342C8E}"/>
              </a:ext>
            </a:extLst>
          </p:cNvPr>
          <p:cNvSpPr txBox="1"/>
          <p:nvPr userDrawn="1"/>
        </p:nvSpPr>
        <p:spPr>
          <a:xfrm>
            <a:off x="420713" y="-233053"/>
            <a:ext cx="1871812" cy="127639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Begin Content Area</a:t>
            </a:r>
          </a:p>
        </p:txBody>
      </p:sp>
      <p:sp>
        <p:nvSpPr>
          <p:cNvPr id="132" name="TextBox 74">
            <a:extLst>
              <a:ext uri="{FF2B5EF4-FFF2-40B4-BE49-F238E27FC236}">
                <a16:creationId xmlns:a16="http://schemas.microsoft.com/office/drawing/2014/main" id="{19E31BB3-C007-4469-B89E-0F01307B910D}"/>
              </a:ext>
            </a:extLst>
          </p:cNvPr>
          <p:cNvSpPr txBox="1"/>
          <p:nvPr userDrawn="1"/>
        </p:nvSpPr>
        <p:spPr>
          <a:xfrm>
            <a:off x="10028974" y="-222232"/>
            <a:ext cx="1827269" cy="144000"/>
          </a:xfrm>
          <a:prstGeom prst="rect">
            <a:avLst/>
          </a:prstGeom>
          <a:noFill/>
        </p:spPr>
        <p:txBody>
          <a:bodyPr wrap="square" lIns="0" tIns="0" rIns="88615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End Content Area</a:t>
            </a:r>
          </a:p>
        </p:txBody>
      </p:sp>
      <p:sp>
        <p:nvSpPr>
          <p:cNvPr id="133" name="TextBox 75">
            <a:extLst>
              <a:ext uri="{FF2B5EF4-FFF2-40B4-BE49-F238E27FC236}">
                <a16:creationId xmlns:a16="http://schemas.microsoft.com/office/drawing/2014/main" id="{78391F20-FF44-4C4F-B8D2-347842650AB3}"/>
              </a:ext>
            </a:extLst>
          </p:cNvPr>
          <p:cNvSpPr txBox="1"/>
          <p:nvPr userDrawn="1"/>
        </p:nvSpPr>
        <p:spPr>
          <a:xfrm>
            <a:off x="6107205" y="-22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Center Type Area</a:t>
            </a:r>
          </a:p>
        </p:txBody>
      </p:sp>
      <p:cxnSp>
        <p:nvCxnSpPr>
          <p:cNvPr id="134" name="Straight Connector 77">
            <a:extLst>
              <a:ext uri="{FF2B5EF4-FFF2-40B4-BE49-F238E27FC236}">
                <a16:creationId xmlns:a16="http://schemas.microsoft.com/office/drawing/2014/main" id="{823F839D-2991-44EF-953B-0D86DCC6687E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78">
            <a:extLst>
              <a:ext uri="{FF2B5EF4-FFF2-40B4-BE49-F238E27FC236}">
                <a16:creationId xmlns:a16="http://schemas.microsoft.com/office/drawing/2014/main" id="{1D821931-31E7-4862-8739-F7F220A64DB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25060" y="-19871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76">
            <a:extLst>
              <a:ext uri="{FF2B5EF4-FFF2-40B4-BE49-F238E27FC236}">
                <a16:creationId xmlns:a16="http://schemas.microsoft.com/office/drawing/2014/main" id="{9E0DE8FA-48F4-440D-88B9-AC1104F4E8AF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132F5BB-4893-4868-89AD-B725FFA083D5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66" name="TextBox 52">
            <a:extLst>
              <a:ext uri="{FF2B5EF4-FFF2-40B4-BE49-F238E27FC236}">
                <a16:creationId xmlns:a16="http://schemas.microsoft.com/office/drawing/2014/main" id="{03414BB9-F169-450D-A545-4D2BE3DD142E}"/>
              </a:ext>
            </a:extLst>
          </p:cNvPr>
          <p:cNvSpPr txBox="1"/>
          <p:nvPr userDrawn="1"/>
        </p:nvSpPr>
        <p:spPr>
          <a:xfrm>
            <a:off x="6480048" y="6477001"/>
            <a:ext cx="4836159" cy="229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>
                    <a:alpha val="75000"/>
                  </a:schemeClr>
                </a:solidFill>
              </a:rPr>
              <a:t>Copyright © 2025 Accenture. All rights reserved. Accenture Confidential and Proprietary Material.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88F780C4-9E51-4BF9-8D9A-89ABAEDCCBCC}"/>
              </a:ext>
            </a:extLst>
          </p:cNvPr>
          <p:cNvCxnSpPr/>
          <p:nvPr userDrawn="1"/>
        </p:nvCxnSpPr>
        <p:spPr>
          <a:xfrm>
            <a:off x="757715" y="6453190"/>
            <a:ext cx="0" cy="25296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5EFA58-2E88-4599-9FC1-B83FB01FF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285" y="6501577"/>
            <a:ext cx="369125" cy="180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 rtl="0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104EFFE3-3C89-48EF-90D7-DA3A309B894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0E8615D-C9C6-069C-1C25-FC25953A83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7622" y="6453189"/>
            <a:ext cx="252963" cy="2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6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  <p:sldLayoutId id="2147483805" r:id="rId21"/>
    <p:sldLayoutId id="2147483806" r:id="rId22"/>
    <p:sldLayoutId id="2147483811" r:id="rId23"/>
    <p:sldLayoutId id="2147483812" r:id="rId24"/>
    <p:sldLayoutId id="2147483813" r:id="rId25"/>
    <p:sldLayoutId id="2147483814" r:id="rId26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038" indent="-46038" algn="l" defTabSz="914377" rtl="0" eaLnBrk="1" latinLnBrk="0" hangingPunct="1">
        <a:lnSpc>
          <a:spcPct val="8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/>
        <a:defRPr sz="1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184150" indent="-1841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7188" indent="-176213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34988" indent="-17303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tabLst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8" pos="3772">
          <p15:clr>
            <a:srgbClr val="F26B43"/>
          </p15:clr>
        </p15:guide>
        <p15:guide id="19" pos="3908">
          <p15:clr>
            <a:srgbClr val="F26B43"/>
          </p15:clr>
        </p15:guide>
        <p15:guide id="20" orient="horz" pos="935">
          <p15:clr>
            <a:srgbClr val="F26B43"/>
          </p15:clr>
        </p15:guide>
        <p15:guide id="21" orient="horz" pos="397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CADBD0C-B2F0-45C8-80A3-6D0AD7B1E6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396127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CADBD0C-B2F0-45C8-80A3-6D0AD7B1E6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2F373-83EB-48AE-AE5E-8B1C49720529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0" i="0" baseline="0">
              <a:latin typeface="Graphik Black" panose="020B0A03030202060203" pitchFamily="34" charset="0"/>
              <a:cs typeface="Arial" panose="020B0604020202020204" pitchFamily="34" charset="0"/>
              <a:sym typeface="Graphik Black" panose="020B0A03030202060203" pitchFamily="34" charset="0"/>
            </a:endParaRPr>
          </a:p>
        </p:txBody>
      </p:sp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8DF43ADC-0834-4E2D-A84B-1EF38B59EB45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</a:t>
            </a:r>
            <a:fld id="{07F133E0-B4B6-47F2-A4CC-A88531939007}" type="datetimeyyyy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Accenture. All rights reserved.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7479CC7-2DA4-45D0-A9AC-C645D6FEC15D}"/>
              </a:ext>
            </a:extLst>
          </p:cNvPr>
          <p:cNvCxnSpPr/>
          <p:nvPr userDrawn="1"/>
        </p:nvCxnSpPr>
        <p:spPr>
          <a:xfrm>
            <a:off x="-252640" y="1673414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5C5117-EADE-4CC7-AC01-C0944597321F}"/>
              </a:ext>
            </a:extLst>
          </p:cNvPr>
          <p:cNvCxnSpPr/>
          <p:nvPr userDrawn="1"/>
        </p:nvCxnSpPr>
        <p:spPr>
          <a:xfrm>
            <a:off x="-252640" y="182996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1870516-6B78-4CB3-8D24-F55DF2343A5C}"/>
              </a:ext>
            </a:extLst>
          </p:cNvPr>
          <p:cNvSpPr txBox="1"/>
          <p:nvPr userDrawn="1"/>
        </p:nvSpPr>
        <p:spPr>
          <a:xfrm>
            <a:off x="-1980884" y="1878613"/>
            <a:ext cx="1778865" cy="222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Upper Guide Content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94826E-1E57-4600-94A7-1221602CFFBE}"/>
              </a:ext>
            </a:extLst>
          </p:cNvPr>
          <p:cNvSpPr txBox="1"/>
          <p:nvPr userDrawn="1"/>
        </p:nvSpPr>
        <p:spPr>
          <a:xfrm>
            <a:off x="-1860884" y="142551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Tagline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A08F006-A6D5-4923-B046-51628FCD5ECF}"/>
              </a:ext>
            </a:extLst>
          </p:cNvPr>
          <p:cNvCxnSpPr>
            <a:cxnSpLocks/>
          </p:cNvCxnSpPr>
          <p:nvPr userDrawn="1"/>
        </p:nvCxnSpPr>
        <p:spPr>
          <a:xfrm flipV="1">
            <a:off x="-252640" y="37662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D4440BC-CB04-42CD-8238-26BD3339147E}"/>
              </a:ext>
            </a:extLst>
          </p:cNvPr>
          <p:cNvSpPr txBox="1"/>
          <p:nvPr userDrawn="1"/>
        </p:nvSpPr>
        <p:spPr>
          <a:xfrm>
            <a:off x="-1860720" y="2836100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Accent </a:t>
            </a:r>
            <a:r>
              <a:rPr lang="en-US" sz="1000" baseline="0">
                <a:latin typeface="+mn-lt"/>
              </a:rPr>
              <a:t>3</a:t>
            </a:r>
            <a:endParaRPr lang="en-US" sz="1000">
              <a:latin typeface="+mn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24F6937-0C6D-4C9F-AB4C-DDCB80FAA35D}"/>
              </a:ext>
            </a:extLst>
          </p:cNvPr>
          <p:cNvSpPr/>
          <p:nvPr userDrawn="1"/>
        </p:nvSpPr>
        <p:spPr bwMode="gray">
          <a:xfrm>
            <a:off x="-324720" y="2836102"/>
            <a:ext cx="180000" cy="180000"/>
          </a:xfrm>
          <a:prstGeom prst="rect">
            <a:avLst/>
          </a:prstGeom>
          <a:solidFill>
            <a:srgbClr val="460073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86341F-EE5D-4AC6-9152-F967F8C48252}"/>
              </a:ext>
            </a:extLst>
          </p:cNvPr>
          <p:cNvSpPr txBox="1"/>
          <p:nvPr userDrawn="1"/>
        </p:nvSpPr>
        <p:spPr>
          <a:xfrm>
            <a:off x="-1860720" y="2407438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Accent 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4A79C3B-2F1B-482D-AE91-32F3AB4E0BE9}"/>
              </a:ext>
            </a:extLst>
          </p:cNvPr>
          <p:cNvSpPr/>
          <p:nvPr userDrawn="1"/>
        </p:nvSpPr>
        <p:spPr bwMode="gray">
          <a:xfrm>
            <a:off x="-324720" y="2407438"/>
            <a:ext cx="180000" cy="180000"/>
          </a:xfrm>
          <a:prstGeom prst="rect">
            <a:avLst/>
          </a:prstGeom>
          <a:solidFill>
            <a:srgbClr val="A100FF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21D7ABB-9A69-4B81-A34C-12043F950B2F}"/>
              </a:ext>
            </a:extLst>
          </p:cNvPr>
          <p:cNvSpPr/>
          <p:nvPr userDrawn="1"/>
        </p:nvSpPr>
        <p:spPr bwMode="gray">
          <a:xfrm>
            <a:off x="-324720" y="2621770"/>
            <a:ext cx="180000" cy="180000"/>
          </a:xfrm>
          <a:prstGeom prst="rect">
            <a:avLst/>
          </a:prstGeom>
          <a:solidFill>
            <a:srgbClr val="7500C0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B722A6-5A9F-4228-B2EA-5F09FEB7C46F}"/>
              </a:ext>
            </a:extLst>
          </p:cNvPr>
          <p:cNvSpPr txBox="1"/>
          <p:nvPr userDrawn="1"/>
        </p:nvSpPr>
        <p:spPr>
          <a:xfrm>
            <a:off x="-1860720" y="2621769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Accent 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AA228A-557E-4C39-A772-3CF97BEFC076}"/>
              </a:ext>
            </a:extLst>
          </p:cNvPr>
          <p:cNvSpPr/>
          <p:nvPr userDrawn="1"/>
        </p:nvSpPr>
        <p:spPr bwMode="gray">
          <a:xfrm>
            <a:off x="-324720" y="4026766"/>
            <a:ext cx="180000" cy="180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E77D7A-4CFC-4C9C-8B9E-BB363AA855A8}"/>
              </a:ext>
            </a:extLst>
          </p:cNvPr>
          <p:cNvSpPr/>
          <p:nvPr userDrawn="1"/>
        </p:nvSpPr>
        <p:spPr bwMode="gray">
          <a:xfrm>
            <a:off x="-324720" y="4241098"/>
            <a:ext cx="180000" cy="180000"/>
          </a:xfrm>
          <a:prstGeom prst="rect">
            <a:avLst/>
          </a:prstGeom>
          <a:solidFill>
            <a:srgbClr val="969696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D8E010-C5D2-46C2-9A32-8E5B7E35B487}"/>
              </a:ext>
            </a:extLst>
          </p:cNvPr>
          <p:cNvSpPr txBox="1"/>
          <p:nvPr userDrawn="1"/>
        </p:nvSpPr>
        <p:spPr>
          <a:xfrm>
            <a:off x="-1860720" y="4669756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White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A0A7AF-D4D9-44CF-9BE8-DD9DC1A44FD8}"/>
              </a:ext>
            </a:extLst>
          </p:cNvPr>
          <p:cNvSpPr/>
          <p:nvPr userDrawn="1"/>
        </p:nvSpPr>
        <p:spPr bwMode="gray">
          <a:xfrm>
            <a:off x="-324720" y="4455430"/>
            <a:ext cx="180000" cy="180000"/>
          </a:xfrm>
          <a:prstGeom prst="rect">
            <a:avLst/>
          </a:prstGeom>
          <a:solidFill>
            <a:srgbClr val="5A5A5A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FDEF55-5AE6-4F51-9AB1-2A01B12209A5}"/>
              </a:ext>
            </a:extLst>
          </p:cNvPr>
          <p:cNvSpPr/>
          <p:nvPr userDrawn="1"/>
        </p:nvSpPr>
        <p:spPr bwMode="gray">
          <a:xfrm>
            <a:off x="-324720" y="4669759"/>
            <a:ext cx="180000" cy="1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D8DBC2C-EBF6-47B0-A9F2-626280A22922}"/>
              </a:ext>
            </a:extLst>
          </p:cNvPr>
          <p:cNvSpPr>
            <a:spLocks/>
          </p:cNvSpPr>
          <p:nvPr userDrawn="1"/>
        </p:nvSpPr>
        <p:spPr bwMode="gray">
          <a:xfrm>
            <a:off x="-324884" y="3812434"/>
            <a:ext cx="180000" cy="18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F7FB30-5365-4E30-AB30-E61D6A2837A9}"/>
              </a:ext>
            </a:extLst>
          </p:cNvPr>
          <p:cNvSpPr txBox="1"/>
          <p:nvPr userDrawn="1"/>
        </p:nvSpPr>
        <p:spPr>
          <a:xfrm>
            <a:off x="-1860884" y="3812431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Black (Text)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314010-C0A5-4213-8941-8E348B283053}"/>
              </a:ext>
            </a:extLst>
          </p:cNvPr>
          <p:cNvSpPr txBox="1"/>
          <p:nvPr userDrawn="1"/>
        </p:nvSpPr>
        <p:spPr>
          <a:xfrm>
            <a:off x="-2100884" y="1510032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Headline Line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838DE62-551A-4600-8317-7E124042656F}"/>
              </a:ext>
            </a:extLst>
          </p:cNvPr>
          <p:cNvCxnSpPr/>
          <p:nvPr userDrawn="1"/>
        </p:nvCxnSpPr>
        <p:spPr>
          <a:xfrm>
            <a:off x="-272960" y="65151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66494F1-DB4F-4593-8384-B4B8AE9482CB}"/>
              </a:ext>
            </a:extLst>
          </p:cNvPr>
          <p:cNvSpPr txBox="1"/>
          <p:nvPr userDrawn="1"/>
        </p:nvSpPr>
        <p:spPr>
          <a:xfrm>
            <a:off x="-1920720" y="6601618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Footer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F6A70B-CC0B-4F42-B680-EB7E008A7183}"/>
              </a:ext>
            </a:extLst>
          </p:cNvPr>
          <p:cNvSpPr txBox="1"/>
          <p:nvPr userDrawn="1"/>
        </p:nvSpPr>
        <p:spPr>
          <a:xfrm>
            <a:off x="420713" y="-233053"/>
            <a:ext cx="1871812" cy="127639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rtl="0"/>
            <a:r>
              <a:rPr lang="en-US" sz="1000">
                <a:latin typeface="+mn-lt"/>
              </a:rPr>
              <a:t>Begin Content</a:t>
            </a:r>
            <a:r>
              <a:rPr lang="en-US" sz="1000" baseline="0">
                <a:latin typeface="+mn-lt"/>
              </a:rPr>
              <a:t> </a:t>
            </a:r>
            <a:r>
              <a:rPr lang="en-US" sz="1000">
                <a:latin typeface="+mn-lt"/>
              </a:rPr>
              <a:t>Area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F3B2A5-59F6-40BD-A112-DC7672785BDD}"/>
              </a:ext>
            </a:extLst>
          </p:cNvPr>
          <p:cNvSpPr txBox="1"/>
          <p:nvPr userDrawn="1"/>
        </p:nvSpPr>
        <p:spPr>
          <a:xfrm>
            <a:off x="10028974" y="-222232"/>
            <a:ext cx="1827269" cy="144000"/>
          </a:xfrm>
          <a:prstGeom prst="rect">
            <a:avLst/>
          </a:prstGeom>
          <a:noFill/>
        </p:spPr>
        <p:txBody>
          <a:bodyPr wrap="square" lIns="0" tIns="0" rIns="88615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End Content Area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88A0CD-9F37-456C-BE5D-17BCA620C46A}"/>
              </a:ext>
            </a:extLst>
          </p:cNvPr>
          <p:cNvSpPr txBox="1"/>
          <p:nvPr userDrawn="1"/>
        </p:nvSpPr>
        <p:spPr>
          <a:xfrm>
            <a:off x="6107205" y="-22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rtl="0"/>
            <a:r>
              <a:rPr lang="en-US" sz="1000">
                <a:latin typeface="+mn-lt"/>
              </a:rPr>
              <a:t>Center Type Area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535C870-050B-473F-B595-B73D2E57ABCC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F54B4BF-9CE5-434D-B064-D6D5EFBDC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A14D97B-6818-44CC-AAF3-B568B5C4334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25060" y="-19871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F268EFF-FB50-4D32-AB09-37F97D260655}"/>
              </a:ext>
            </a:extLst>
          </p:cNvPr>
          <p:cNvSpPr txBox="1"/>
          <p:nvPr userDrawn="1"/>
        </p:nvSpPr>
        <p:spPr>
          <a:xfrm>
            <a:off x="-1406556" y="3229257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rtl="0"/>
            <a:r>
              <a:rPr lang="en-US" sz="1000">
                <a:latin typeface="+mn-lt"/>
              </a:rPr>
              <a:t>Center Type Area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A41D27C-D682-4546-BDFF-BB89C0A9B96D}"/>
              </a:ext>
            </a:extLst>
          </p:cNvPr>
          <p:cNvCxnSpPr/>
          <p:nvPr userDrawn="1"/>
        </p:nvCxnSpPr>
        <p:spPr>
          <a:xfrm>
            <a:off x="-249485" y="34290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62">
            <a:extLst>
              <a:ext uri="{FF2B5EF4-FFF2-40B4-BE49-F238E27FC236}">
                <a16:creationId xmlns:a16="http://schemas.microsoft.com/office/drawing/2014/main" id="{E388EADB-FD07-4CE6-9C9C-F00055B9BC32}"/>
              </a:ext>
            </a:extLst>
          </p:cNvPr>
          <p:cNvSpPr txBox="1"/>
          <p:nvPr userDrawn="1"/>
        </p:nvSpPr>
        <p:spPr>
          <a:xfrm>
            <a:off x="-969476" y="4026762"/>
            <a:ext cx="576000" cy="6086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rtl="0"/>
            <a:r>
              <a:rPr lang="en-US" sz="1000" b="0" i="0" u="none" strike="noStrike" baseline="0">
                <a:solidFill>
                  <a:schemeClr val="tx1">
                    <a:lumMod val="100000"/>
                  </a:schemeClr>
                </a:solidFill>
                <a:latin typeface="Graphik" panose="020B0503030202060203" pitchFamily="34" charset="0"/>
              </a:rPr>
              <a:t>Grey 1</a:t>
            </a:r>
          </a:p>
          <a:p>
            <a:pPr algn="l" rtl="0"/>
            <a:r>
              <a:rPr lang="en-US" sz="1000" b="0" i="0" u="none" strike="noStrike" baseline="0">
                <a:solidFill>
                  <a:schemeClr val="tx1">
                    <a:lumMod val="100000"/>
                  </a:schemeClr>
                </a:solidFill>
                <a:latin typeface="Graphik" panose="020B0503030202060203" pitchFamily="34" charset="0"/>
              </a:rPr>
              <a:t>Grey 2</a:t>
            </a:r>
          </a:p>
          <a:p>
            <a:pPr algn="l" rtl="0"/>
            <a:r>
              <a:rPr lang="en-US" sz="1000" b="0" i="0" u="none" strike="noStrike" baseline="0">
                <a:solidFill>
                  <a:schemeClr val="tx1">
                    <a:lumMod val="100000"/>
                  </a:schemeClr>
                </a:solidFill>
                <a:latin typeface="Graphik" panose="020B0503030202060203" pitchFamily="34" charset="0"/>
              </a:rPr>
              <a:t>Grey 3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8B65F20-8B10-4968-8E79-B7DDD6D0BFF4}"/>
              </a:ext>
            </a:extLst>
          </p:cNvPr>
          <p:cNvSpPr txBox="1"/>
          <p:nvPr userDrawn="1"/>
        </p:nvSpPr>
        <p:spPr>
          <a:xfrm>
            <a:off x="9880844" y="6571496"/>
            <a:ext cx="1944216" cy="1538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 rtl="0"/>
            <a:fld id="{BA5869E5-C163-4ADC-A227-4FC80EE659B7}" type="slidenum">
              <a:rPr lang="en-US" sz="10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charset="0"/>
              </a:rPr>
              <a:pPr algn="r" rtl="0"/>
              <a:t>‹#›</a:t>
            </a:fld>
            <a:endParaRPr lang="en-US" sz="1000" kern="120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  <p:sp>
        <p:nvSpPr>
          <p:cNvPr id="5" name="Titelplatzhalter 4">
            <a:extLst>
              <a:ext uri="{FF2B5EF4-FFF2-40B4-BE49-F238E27FC236}">
                <a16:creationId xmlns:a16="http://schemas.microsoft.com/office/drawing/2014/main" id="{0A148714-3B8F-4A27-BF73-9FC2023E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0680"/>
            <a:ext cx="11430000" cy="990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fontAlgn="base">
              <a:lnSpc>
                <a:spcPct val="80000"/>
              </a:lnSpc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latin typeface="Graphik Black" panose="020B0503030202060203" pitchFamily="34" charset="77"/>
                <a:cs typeface="Arial" panose="020B0604020202020204" pitchFamily="34" charset="0"/>
              </a:rPr>
              <a:t>INSERT MAIN TITLE AT 40PT MIN 30PT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A96D1B9-EFD6-45A1-8353-07AB59E56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3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1734634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5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hf sldNum="0" hdr="0" ftr="0" dt="0"/>
  <p:txStyles>
    <p:titleStyle>
      <a:lvl1pPr marL="0" indent="0" algn="l" defTabSz="1734634" rtl="0" eaLnBrk="1" fontAlgn="base" latinLnBrk="0" hangingPunct="1">
        <a:lnSpc>
          <a:spcPct val="80000"/>
        </a:lnSpc>
        <a:spcBef>
          <a:spcPct val="0"/>
        </a:spcBef>
        <a:spcAft>
          <a:spcPct val="0"/>
        </a:spcAft>
        <a:buFontTx/>
        <a:buNone/>
        <a:defRPr sz="3600" b="0" i="0" kern="1200" cap="all" spc="-133" baseline="0">
          <a:solidFill>
            <a:srgbClr val="000000"/>
          </a:solidFill>
          <a:latin typeface="Graphik Black" panose="020B0A03030202060203" pitchFamily="34" charset="0"/>
          <a:ea typeface="Arial Black" charset="0"/>
          <a:cs typeface="Arial Black" charset="0"/>
        </a:defRPr>
      </a:lvl1pPr>
    </p:titleStyle>
    <p:bodyStyle>
      <a:lvl1pPr marL="0" marR="0" indent="0" algn="l" defTabSz="1734634" rtl="0" eaLnBrk="1" fontAlgn="auto" latinLnBrk="0" hangingPunct="1">
        <a:lnSpc>
          <a:spcPct val="80000"/>
        </a:lnSpc>
        <a:spcBef>
          <a:spcPts val="1200"/>
        </a:spcBef>
        <a:spcAft>
          <a:spcPts val="600"/>
        </a:spcAft>
        <a:buClrTx/>
        <a:buSzTx/>
        <a:buFontTx/>
        <a:buNone/>
        <a:tabLst/>
        <a:defRPr sz="2000" b="0" i="0" kern="1200" cap="all" baseline="0">
          <a:solidFill>
            <a:schemeClr val="accent2"/>
          </a:solidFill>
          <a:latin typeface="Graphik Black" panose="020B0A03030202060203" pitchFamily="34" charset="0"/>
          <a:ea typeface="Arial Black" charset="0"/>
          <a:cs typeface="Arial Black" charset="0"/>
        </a:defRPr>
      </a:lvl1pPr>
      <a:lvl2pPr marL="18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2pPr>
      <a:lvl3pPr marL="36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Symbol" panose="05050102010706020507" pitchFamily="18" charset="2"/>
        <a:buChar char="-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3pPr>
      <a:lvl4pPr marL="54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4pPr>
      <a:lvl5pPr marL="72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Symbol" panose="05050102010706020507" pitchFamily="18" charset="2"/>
        <a:buChar char="-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3" pos="240">
          <p15:clr>
            <a:srgbClr val="F26B43"/>
          </p15:clr>
        </p15:guide>
        <p15:guide id="5" orient="horz" pos="2160">
          <p15:clr>
            <a:srgbClr val="F26B43"/>
          </p15:clr>
        </p15:guide>
        <p15:guide id="7" orient="horz" pos="240">
          <p15:clr>
            <a:srgbClr val="F26B43"/>
          </p15:clr>
        </p15:guide>
        <p15:guide id="8" orient="horz" pos="4224">
          <p15:clr>
            <a:srgbClr val="F26B43"/>
          </p15:clr>
        </p15:guide>
        <p15:guide id="9" orient="horz">
          <p15:clr>
            <a:srgbClr val="F26B43"/>
          </p15:clr>
        </p15:guide>
        <p15:guide id="11" pos="7440">
          <p15:clr>
            <a:srgbClr val="F26B43"/>
          </p15:clr>
        </p15:guide>
        <p15:guide id="16" pos="3840">
          <p15:clr>
            <a:srgbClr val="F26B43"/>
          </p15:clr>
        </p15:guide>
        <p15:guide id="21">
          <p15:clr>
            <a:srgbClr val="F26B43"/>
          </p15:clr>
        </p15:guide>
        <p15:guide id="24" pos="7680">
          <p15:clr>
            <a:srgbClr val="F26B43"/>
          </p15:clr>
        </p15:guide>
        <p15:guide id="25" orient="horz" pos="1056">
          <p15:clr>
            <a:srgbClr val="F26B43"/>
          </p15:clr>
        </p15:guide>
        <p15:guide id="26" orient="horz" pos="4104">
          <p15:clr>
            <a:srgbClr val="F26B43"/>
          </p15:clr>
        </p15:guide>
        <p15:guide id="27" orient="horz" pos="2640">
          <p15:clr>
            <a:srgbClr val="F26B43"/>
          </p15:clr>
        </p15:guide>
        <p15:guide id="28" orient="horz" pos="1680">
          <p15:clr>
            <a:srgbClr val="F26B43"/>
          </p15:clr>
        </p15:guide>
        <p15:guide id="29" pos="2955">
          <p15:clr>
            <a:srgbClr val="F26B43"/>
          </p15:clr>
        </p15:guide>
        <p15:guide id="30" pos="4725">
          <p15:clr>
            <a:srgbClr val="F26B43"/>
          </p15:clr>
        </p15:guide>
        <p15:guide id="31" pos="3727">
          <p15:clr>
            <a:srgbClr val="F26B43"/>
          </p15:clr>
        </p15:guide>
        <p15:guide id="32" pos="395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7E12BE85-F254-450D-A88B-5B1562465F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36452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5" imgH="476" progId="TCLayout.ActiveDocument.1">
                  <p:embed/>
                </p:oleObj>
              </mc:Choice>
              <mc:Fallback>
                <p:oleObj name="think-cell Slide" r:id="rId7" imgW="475" imgH="47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7E12BE85-F254-450D-A88B-5B1562465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ECC37712-52BF-4F9F-A95F-7FF4C27C542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AMC_Footer">
            <a:extLst>
              <a:ext uri="{FF2B5EF4-FFF2-40B4-BE49-F238E27FC236}">
                <a16:creationId xmlns:a16="http://schemas.microsoft.com/office/drawing/2014/main" id="{4AC03BA0-F384-4A1A-8D89-9A67F28E49D2}"/>
              </a:ext>
            </a:extLst>
          </p:cNvPr>
          <p:cNvSpPr txBox="1">
            <a:spLocks/>
          </p:cNvSpPr>
          <p:nvPr userDrawn="1"/>
        </p:nvSpPr>
        <p:spPr>
          <a:xfrm>
            <a:off x="380999" y="6529169"/>
            <a:ext cx="9492389" cy="2063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Copyright © 2025 Accenture.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38887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600" b="0" kern="1200" cap="all" baseline="0">
          <a:solidFill>
            <a:schemeClr val="tx1"/>
          </a:solidFill>
          <a:latin typeface="Graphik Black" panose="020B0A03030202060203" pitchFamily="34" charset="0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Graphik Black" panose="020B0A03030202060203" pitchFamily="34" charset="0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phik Black" panose="020B0A03030202060203" pitchFamily="34" charset="0"/>
          <a:ea typeface="+mn-ea"/>
          <a:cs typeface="Arial" panose="020B0604020202020204" pitchFamily="34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Graphik" panose="020B0503030202060203" pitchFamily="34" charset="0"/>
          <a:ea typeface="+mn-ea"/>
          <a:cs typeface="Arial" panose="020B0604020202020204" pitchFamily="34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  <p15:guide id="18" orient="horz" pos="43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BDBE19E-FBEC-42F5-9627-60DE29AF14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798370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73" imgH="476" progId="TCLayout.ActiveDocument.1">
                  <p:embed/>
                </p:oleObj>
              </mc:Choice>
              <mc:Fallback>
                <p:oleObj name="think-cell Slide" r:id="rId14" imgW="473" imgH="47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BDBE19E-FBEC-42F5-9627-60DE29AF14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C6C2756-D4EE-E4F1-42FC-B416CD00A6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71476" y="1484313"/>
            <a:ext cx="11430000" cy="5114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18pt)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>
          <a:xfrm>
            <a:off x="8804135" y="6444636"/>
            <a:ext cx="2481486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1818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>
          <a:xfrm>
            <a:off x="11430001" y="6444636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1818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4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1818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54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1" y="381000"/>
            <a:ext cx="11430000" cy="8142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D23728FF-F09E-7341-BA72-7C48E2E2C7AC}"/>
              </a:ext>
            </a:extLst>
          </p:cNvPr>
          <p:cNvGrpSpPr/>
          <p:nvPr userDrawn="1"/>
        </p:nvGrpSpPr>
        <p:grpSpPr>
          <a:xfrm>
            <a:off x="364113" y="6412707"/>
            <a:ext cx="461939" cy="165099"/>
            <a:chOff x="364113" y="6412707"/>
            <a:chExt cx="461939" cy="165099"/>
          </a:xfrm>
        </p:grpSpPr>
        <p:cxnSp>
          <p:nvCxnSpPr>
            <p:cNvPr id="17" name="Straight Connector 4">
              <a:extLst>
                <a:ext uri="{FF2B5EF4-FFF2-40B4-BE49-F238E27FC236}">
                  <a16:creationId xmlns:a16="http://schemas.microsoft.com/office/drawing/2014/main" id="{30CC76D9-F476-71F3-8EBD-DC9A73D4C18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87345" y="6412707"/>
              <a:ext cx="0" cy="1650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80E0E711-DE04-D8D5-4419-221330600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113" y="6415087"/>
              <a:ext cx="149225" cy="160338"/>
            </a:xfrm>
            <a:custGeom>
              <a:avLst/>
              <a:gdLst>
                <a:gd name="T0" fmla="*/ 0 w 418"/>
                <a:gd name="T1" fmla="*/ 126 h 442"/>
                <a:gd name="T2" fmla="*/ 0 w 418"/>
                <a:gd name="T3" fmla="*/ 126 h 442"/>
                <a:gd name="T4" fmla="*/ 244 w 418"/>
                <a:gd name="T5" fmla="*/ 221 h 442"/>
                <a:gd name="T6" fmla="*/ 0 w 418"/>
                <a:gd name="T7" fmla="*/ 312 h 442"/>
                <a:gd name="T8" fmla="*/ 0 w 418"/>
                <a:gd name="T9" fmla="*/ 442 h 442"/>
                <a:gd name="T10" fmla="*/ 418 w 418"/>
                <a:gd name="T11" fmla="*/ 273 h 442"/>
                <a:gd name="T12" fmla="*/ 418 w 418"/>
                <a:gd name="T13" fmla="*/ 168 h 442"/>
                <a:gd name="T14" fmla="*/ 0 w 418"/>
                <a:gd name="T15" fmla="*/ 0 h 442"/>
                <a:gd name="T16" fmla="*/ 0 w 418"/>
                <a:gd name="T17" fmla="*/ 126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442">
                  <a:moveTo>
                    <a:pt x="0" y="126"/>
                  </a:moveTo>
                  <a:lnTo>
                    <a:pt x="0" y="126"/>
                  </a:lnTo>
                  <a:lnTo>
                    <a:pt x="244" y="221"/>
                  </a:lnTo>
                  <a:lnTo>
                    <a:pt x="0" y="312"/>
                  </a:lnTo>
                  <a:lnTo>
                    <a:pt x="0" y="442"/>
                  </a:lnTo>
                  <a:lnTo>
                    <a:pt x="418" y="273"/>
                  </a:lnTo>
                  <a:lnTo>
                    <a:pt x="418" y="168"/>
                  </a:lnTo>
                  <a:lnTo>
                    <a:pt x="0" y="0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5B261946-1385-578A-BD2E-20D2B515DA20}"/>
                </a:ext>
              </a:extLst>
            </p:cNvPr>
            <p:cNvGrpSpPr/>
            <p:nvPr userDrawn="1"/>
          </p:nvGrpSpPr>
          <p:grpSpPr>
            <a:xfrm>
              <a:off x="661352" y="6412707"/>
              <a:ext cx="164700" cy="165099"/>
              <a:chOff x="595312" y="6413501"/>
              <a:chExt cx="164700" cy="165099"/>
            </a:xfrm>
          </p:grpSpPr>
          <p:sp>
            <p:nvSpPr>
              <p:cNvPr id="33" name="Freeform 17">
                <a:extLst>
                  <a:ext uri="{FF2B5EF4-FFF2-40B4-BE49-F238E27FC236}">
                    <a16:creationId xmlns:a16="http://schemas.microsoft.com/office/drawing/2014/main" id="{A26949B6-01BB-B76B-C99F-A13A52642DD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95312" y="6413501"/>
                <a:ext cx="50400" cy="49212"/>
              </a:xfrm>
              <a:custGeom>
                <a:avLst/>
                <a:gdLst>
                  <a:gd name="T0" fmla="*/ 147 w 147"/>
                  <a:gd name="T1" fmla="*/ 73 h 147"/>
                  <a:gd name="T2" fmla="*/ 147 w 147"/>
                  <a:gd name="T3" fmla="*/ 73 h 147"/>
                  <a:gd name="T4" fmla="*/ 73 w 147"/>
                  <a:gd name="T5" fmla="*/ 0 h 147"/>
                  <a:gd name="T6" fmla="*/ 0 w 147"/>
                  <a:gd name="T7" fmla="*/ 73 h 147"/>
                  <a:gd name="T8" fmla="*/ 73 w 147"/>
                  <a:gd name="T9" fmla="*/ 147 h 147"/>
                  <a:gd name="T10" fmla="*/ 147 w 147"/>
                  <a:gd name="T11" fmla="*/ 7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7" h="147">
                    <a:moveTo>
                      <a:pt x="147" y="73"/>
                    </a:moveTo>
                    <a:lnTo>
                      <a:pt x="147" y="73"/>
                    </a:lnTo>
                    <a:cubicBezTo>
                      <a:pt x="147" y="32"/>
                      <a:pt x="114" y="0"/>
                      <a:pt x="73" y="0"/>
                    </a:cubicBezTo>
                    <a:cubicBezTo>
                      <a:pt x="33" y="0"/>
                      <a:pt x="0" y="32"/>
                      <a:pt x="0" y="73"/>
                    </a:cubicBezTo>
                    <a:cubicBezTo>
                      <a:pt x="0" y="114"/>
                      <a:pt x="33" y="147"/>
                      <a:pt x="73" y="147"/>
                    </a:cubicBezTo>
                    <a:cubicBezTo>
                      <a:pt x="114" y="147"/>
                      <a:pt x="147" y="114"/>
                      <a:pt x="147" y="73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/>
              </a:p>
            </p:txBody>
          </p:sp>
          <p:sp>
            <p:nvSpPr>
              <p:cNvPr id="34" name="Freeform 18">
                <a:extLst>
                  <a:ext uri="{FF2B5EF4-FFF2-40B4-BE49-F238E27FC236}">
                    <a16:creationId xmlns:a16="http://schemas.microsoft.com/office/drawing/2014/main" id="{99209B9B-B9D4-1858-833A-7EDA0D6CC77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2462" y="6413501"/>
                <a:ext cx="50400" cy="49212"/>
              </a:xfrm>
              <a:custGeom>
                <a:avLst/>
                <a:gdLst>
                  <a:gd name="T0" fmla="*/ 148 w 148"/>
                  <a:gd name="T1" fmla="*/ 73 h 147"/>
                  <a:gd name="T2" fmla="*/ 148 w 148"/>
                  <a:gd name="T3" fmla="*/ 73 h 147"/>
                  <a:gd name="T4" fmla="*/ 74 w 148"/>
                  <a:gd name="T5" fmla="*/ 0 h 147"/>
                  <a:gd name="T6" fmla="*/ 0 w 148"/>
                  <a:gd name="T7" fmla="*/ 73 h 147"/>
                  <a:gd name="T8" fmla="*/ 74 w 148"/>
                  <a:gd name="T9" fmla="*/ 147 h 147"/>
                  <a:gd name="T10" fmla="*/ 148 w 148"/>
                  <a:gd name="T11" fmla="*/ 7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8" h="147">
                    <a:moveTo>
                      <a:pt x="148" y="73"/>
                    </a:moveTo>
                    <a:lnTo>
                      <a:pt x="148" y="73"/>
                    </a:lnTo>
                    <a:cubicBezTo>
                      <a:pt x="148" y="32"/>
                      <a:pt x="115" y="0"/>
                      <a:pt x="74" y="0"/>
                    </a:cubicBezTo>
                    <a:cubicBezTo>
                      <a:pt x="33" y="0"/>
                      <a:pt x="0" y="32"/>
                      <a:pt x="0" y="73"/>
                    </a:cubicBezTo>
                    <a:cubicBezTo>
                      <a:pt x="0" y="114"/>
                      <a:pt x="33" y="147"/>
                      <a:pt x="74" y="147"/>
                    </a:cubicBezTo>
                    <a:cubicBezTo>
                      <a:pt x="115" y="147"/>
                      <a:pt x="148" y="114"/>
                      <a:pt x="148" y="73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/>
              </a:p>
            </p:txBody>
          </p:sp>
          <p:sp>
            <p:nvSpPr>
              <p:cNvPr id="35" name="Freeform 19">
                <a:extLst>
                  <a:ext uri="{FF2B5EF4-FFF2-40B4-BE49-F238E27FC236}">
                    <a16:creationId xmlns:a16="http://schemas.microsoft.com/office/drawing/2014/main" id="{8CE81264-B566-2C16-EEBC-FC1E5EE0C4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09612" y="6413501"/>
                <a:ext cx="50400" cy="49212"/>
              </a:xfrm>
              <a:custGeom>
                <a:avLst/>
                <a:gdLst>
                  <a:gd name="T0" fmla="*/ 148 w 148"/>
                  <a:gd name="T1" fmla="*/ 73 h 147"/>
                  <a:gd name="T2" fmla="*/ 148 w 148"/>
                  <a:gd name="T3" fmla="*/ 73 h 147"/>
                  <a:gd name="T4" fmla="*/ 74 w 148"/>
                  <a:gd name="T5" fmla="*/ 0 h 147"/>
                  <a:gd name="T6" fmla="*/ 0 w 148"/>
                  <a:gd name="T7" fmla="*/ 73 h 147"/>
                  <a:gd name="T8" fmla="*/ 74 w 148"/>
                  <a:gd name="T9" fmla="*/ 147 h 147"/>
                  <a:gd name="T10" fmla="*/ 148 w 148"/>
                  <a:gd name="T11" fmla="*/ 7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8" h="147">
                    <a:moveTo>
                      <a:pt x="148" y="73"/>
                    </a:moveTo>
                    <a:lnTo>
                      <a:pt x="148" y="73"/>
                    </a:lnTo>
                    <a:cubicBezTo>
                      <a:pt x="148" y="32"/>
                      <a:pt x="115" y="0"/>
                      <a:pt x="74" y="0"/>
                    </a:cubicBezTo>
                    <a:cubicBezTo>
                      <a:pt x="33" y="0"/>
                      <a:pt x="0" y="32"/>
                      <a:pt x="0" y="73"/>
                    </a:cubicBezTo>
                    <a:cubicBezTo>
                      <a:pt x="0" y="114"/>
                      <a:pt x="33" y="147"/>
                      <a:pt x="74" y="147"/>
                    </a:cubicBezTo>
                    <a:cubicBezTo>
                      <a:pt x="115" y="147"/>
                      <a:pt x="148" y="114"/>
                      <a:pt x="148" y="73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/>
              </a:p>
            </p:txBody>
          </p:sp>
          <p:sp>
            <p:nvSpPr>
              <p:cNvPr id="36" name="Freeform 20">
                <a:extLst>
                  <a:ext uri="{FF2B5EF4-FFF2-40B4-BE49-F238E27FC236}">
                    <a16:creationId xmlns:a16="http://schemas.microsoft.com/office/drawing/2014/main" id="{C09C1922-A7BE-21A4-8EAB-703571AF7FC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2462" y="6470650"/>
                <a:ext cx="50400" cy="49212"/>
              </a:xfrm>
              <a:custGeom>
                <a:avLst/>
                <a:gdLst>
                  <a:gd name="T0" fmla="*/ 148 w 148"/>
                  <a:gd name="T1" fmla="*/ 74 h 148"/>
                  <a:gd name="T2" fmla="*/ 148 w 148"/>
                  <a:gd name="T3" fmla="*/ 74 h 148"/>
                  <a:gd name="T4" fmla="*/ 74 w 148"/>
                  <a:gd name="T5" fmla="*/ 0 h 148"/>
                  <a:gd name="T6" fmla="*/ 0 w 148"/>
                  <a:gd name="T7" fmla="*/ 74 h 148"/>
                  <a:gd name="T8" fmla="*/ 74 w 148"/>
                  <a:gd name="T9" fmla="*/ 148 h 148"/>
                  <a:gd name="T10" fmla="*/ 148 w 148"/>
                  <a:gd name="T11" fmla="*/ 74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8" h="148">
                    <a:moveTo>
                      <a:pt x="148" y="74"/>
                    </a:moveTo>
                    <a:lnTo>
                      <a:pt x="148" y="74"/>
                    </a:lnTo>
                    <a:cubicBezTo>
                      <a:pt x="148" y="33"/>
                      <a:pt x="115" y="0"/>
                      <a:pt x="74" y="0"/>
                    </a:cubicBezTo>
                    <a:cubicBezTo>
                      <a:pt x="33" y="0"/>
                      <a:pt x="0" y="33"/>
                      <a:pt x="0" y="74"/>
                    </a:cubicBezTo>
                    <a:cubicBezTo>
                      <a:pt x="0" y="115"/>
                      <a:pt x="33" y="148"/>
                      <a:pt x="74" y="148"/>
                    </a:cubicBezTo>
                    <a:cubicBezTo>
                      <a:pt x="115" y="148"/>
                      <a:pt x="148" y="115"/>
                      <a:pt x="148" y="74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/>
              </a:p>
            </p:txBody>
          </p:sp>
          <p:sp>
            <p:nvSpPr>
              <p:cNvPr id="37" name="Freeform 21">
                <a:extLst>
                  <a:ext uri="{FF2B5EF4-FFF2-40B4-BE49-F238E27FC236}">
                    <a16:creationId xmlns:a16="http://schemas.microsoft.com/office/drawing/2014/main" id="{C9BB51CD-CBA1-6A98-9597-01877C58F28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2462" y="6529388"/>
                <a:ext cx="50400" cy="49212"/>
              </a:xfrm>
              <a:custGeom>
                <a:avLst/>
                <a:gdLst>
                  <a:gd name="T0" fmla="*/ 148 w 148"/>
                  <a:gd name="T1" fmla="*/ 74 h 148"/>
                  <a:gd name="T2" fmla="*/ 148 w 148"/>
                  <a:gd name="T3" fmla="*/ 74 h 148"/>
                  <a:gd name="T4" fmla="*/ 74 w 148"/>
                  <a:gd name="T5" fmla="*/ 0 h 148"/>
                  <a:gd name="T6" fmla="*/ 0 w 148"/>
                  <a:gd name="T7" fmla="*/ 74 h 148"/>
                  <a:gd name="T8" fmla="*/ 74 w 148"/>
                  <a:gd name="T9" fmla="*/ 148 h 148"/>
                  <a:gd name="T10" fmla="*/ 148 w 148"/>
                  <a:gd name="T11" fmla="*/ 74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8" h="148">
                    <a:moveTo>
                      <a:pt x="148" y="74"/>
                    </a:moveTo>
                    <a:lnTo>
                      <a:pt x="148" y="74"/>
                    </a:lnTo>
                    <a:cubicBezTo>
                      <a:pt x="148" y="33"/>
                      <a:pt x="115" y="0"/>
                      <a:pt x="74" y="0"/>
                    </a:cubicBezTo>
                    <a:cubicBezTo>
                      <a:pt x="33" y="0"/>
                      <a:pt x="0" y="33"/>
                      <a:pt x="0" y="74"/>
                    </a:cubicBezTo>
                    <a:cubicBezTo>
                      <a:pt x="0" y="114"/>
                      <a:pt x="33" y="148"/>
                      <a:pt x="74" y="148"/>
                    </a:cubicBezTo>
                    <a:cubicBezTo>
                      <a:pt x="115" y="148"/>
                      <a:pt x="148" y="114"/>
                      <a:pt x="148" y="74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388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</p:sldLayoutIdLst>
  <p:hf sldNum="0" hdr="0" ftr="0" dt="0"/>
  <p:txStyles>
    <p:titleStyle>
      <a:lvl1pPr marL="0" indent="0" algn="l" defTabSz="727510" rtl="0" eaLnBrk="1" latinLnBrk="0" hangingPunct="1">
        <a:lnSpc>
          <a:spcPct val="80000"/>
        </a:lnSpc>
        <a:spcBef>
          <a:spcPct val="0"/>
        </a:spcBef>
        <a:spcAft>
          <a:spcPts val="0"/>
        </a:spcAft>
        <a:buFontTx/>
        <a:buNone/>
        <a:tabLst>
          <a:tab pos="1495437" algn="l"/>
        </a:tabLst>
        <a:defRPr sz="3200" b="0" i="0" kern="1200">
          <a:solidFill>
            <a:schemeClr val="tx1"/>
          </a:solidFill>
          <a:latin typeface="Graphik Semibold" panose="020B0703030202060203" pitchFamily="34" charset="0"/>
          <a:ea typeface="+mj-ea"/>
          <a:cs typeface="+mj-cs"/>
        </a:defRPr>
      </a:lvl1pPr>
    </p:titleStyle>
    <p:bodyStyle>
      <a:lvl1pPr marL="0" indent="0" algn="l" defTabSz="181877" rtl="0" eaLnBrk="1" latinLnBrk="0" hangingPunct="1">
        <a:lnSpc>
          <a:spcPct val="100000"/>
        </a:lnSpc>
        <a:spcBef>
          <a:spcPts val="0"/>
        </a:spcBef>
        <a:spcAft>
          <a:spcPts val="477"/>
        </a:spcAft>
        <a:buFont typeface="Arial" panose="020B0604020202020204" pitchFamily="34" charset="0"/>
        <a:buNone/>
        <a:defRPr lang="en-US" sz="1800" b="0" kern="0" spc="-24" dirty="0">
          <a:solidFill>
            <a:schemeClr val="accent1"/>
          </a:solidFill>
          <a:latin typeface="+mj-lt"/>
          <a:ea typeface="+mj-ea"/>
          <a:cs typeface="+mj-cs"/>
        </a:defRPr>
      </a:lvl1pPr>
      <a:lvl2pPr marL="143211" indent="-143211" algn="l" defTabSz="181877" rtl="0" eaLnBrk="1" latinLnBrk="0" hangingPunct="1">
        <a:lnSpc>
          <a:spcPct val="100000"/>
        </a:lnSpc>
        <a:spcBef>
          <a:spcPts val="0"/>
        </a:spcBef>
        <a:spcAft>
          <a:spcPts val="477"/>
        </a:spcAft>
        <a:buClrTx/>
        <a:buFont typeface="Arial" panose="020B0604020202020204" pitchFamily="34" charset="0"/>
        <a:buChar char="•"/>
        <a:defRPr lang="en-US" sz="1400" b="0" kern="0" spc="0" dirty="0">
          <a:solidFill>
            <a:schemeClr val="tx1">
              <a:lumMod val="95000"/>
              <a:lumOff val="5000"/>
            </a:schemeClr>
          </a:solidFill>
          <a:latin typeface="Graphik Light" panose="020B0403030202060203" pitchFamily="34" charset="0"/>
          <a:ea typeface="+mj-ea"/>
          <a:cs typeface="+mj-cs"/>
        </a:defRPr>
      </a:lvl2pPr>
      <a:lvl3pPr marL="286421" indent="-143211" algn="l" defTabSz="181877" rtl="0" eaLnBrk="1" latinLnBrk="0" hangingPunct="1">
        <a:lnSpc>
          <a:spcPct val="100000"/>
        </a:lnSpc>
        <a:spcBef>
          <a:spcPts val="0"/>
        </a:spcBef>
        <a:spcAft>
          <a:spcPts val="477"/>
        </a:spcAft>
        <a:buFont typeface="System Font"/>
        <a:buChar char="–"/>
        <a:defRPr lang="en-US" sz="1400" b="0" kern="0" spc="0" dirty="0">
          <a:solidFill>
            <a:schemeClr val="tx1">
              <a:lumMod val="95000"/>
              <a:lumOff val="5000"/>
            </a:schemeClr>
          </a:solidFill>
          <a:latin typeface="Graphik Light" panose="020B0403030202060203" pitchFamily="34" charset="0"/>
          <a:ea typeface="+mj-ea"/>
          <a:cs typeface="+mj-cs"/>
        </a:defRPr>
      </a:lvl3pPr>
      <a:lvl4pPr marL="429632" indent="-143211" algn="l" defTabSz="181877" rtl="0" eaLnBrk="1" latinLnBrk="0" hangingPunct="1">
        <a:lnSpc>
          <a:spcPct val="100000"/>
        </a:lnSpc>
        <a:spcBef>
          <a:spcPts val="0"/>
        </a:spcBef>
        <a:spcAft>
          <a:spcPts val="477"/>
        </a:spcAft>
        <a:buFont typeface="Arial" panose="020B0604020202020204" pitchFamily="34" charset="0"/>
        <a:buChar char="•"/>
        <a:defRPr lang="en-US" sz="1400" b="0" kern="0" spc="0" dirty="0">
          <a:solidFill>
            <a:schemeClr val="tx1">
              <a:lumMod val="95000"/>
              <a:lumOff val="5000"/>
            </a:schemeClr>
          </a:solidFill>
          <a:latin typeface="Graphik Light" panose="020B0403030202060203" pitchFamily="34" charset="0"/>
          <a:ea typeface="+mj-ea"/>
          <a:cs typeface="+mj-cs"/>
        </a:defRPr>
      </a:lvl4pPr>
      <a:lvl5pPr marL="572842" indent="-143211" algn="l" defTabSz="181877" rtl="0" eaLnBrk="1" latinLnBrk="0" hangingPunct="1">
        <a:lnSpc>
          <a:spcPct val="100000"/>
        </a:lnSpc>
        <a:spcBef>
          <a:spcPts val="0"/>
        </a:spcBef>
        <a:spcAft>
          <a:spcPts val="477"/>
        </a:spcAft>
        <a:buFont typeface="System Font"/>
        <a:buChar char="–"/>
        <a:defRPr lang="en-US" sz="1400" b="0" kern="0" spc="0" dirty="0">
          <a:solidFill>
            <a:schemeClr val="tx1">
              <a:lumMod val="95000"/>
              <a:lumOff val="5000"/>
            </a:schemeClr>
          </a:solidFill>
          <a:latin typeface="Graphik Light" panose="020B0403030202060203" pitchFamily="34" charset="0"/>
          <a:ea typeface="+mj-ea"/>
          <a:cs typeface="+mj-cs"/>
        </a:defRPr>
      </a:lvl5pPr>
      <a:lvl6pPr marL="8842" indent="0" algn="l" defTabSz="181877" rtl="0" eaLnBrk="1" latinLnBrk="0" hangingPunct="1">
        <a:lnSpc>
          <a:spcPct val="100000"/>
        </a:lnSpc>
        <a:spcBef>
          <a:spcPts val="0"/>
        </a:spcBef>
        <a:spcAft>
          <a:spcPts val="239"/>
        </a:spcAft>
        <a:buFont typeface="Graphik" panose="020B0503030202060203" pitchFamily="34" charset="0"/>
        <a:buNone/>
        <a:tabLst/>
        <a:defRPr lang="en-US" sz="954" b="0" kern="0" spc="-24" dirty="0">
          <a:solidFill>
            <a:schemeClr val="tx1">
              <a:lumMod val="95000"/>
              <a:lumOff val="5000"/>
            </a:schemeClr>
          </a:solidFill>
          <a:latin typeface="+mn-lt"/>
          <a:ea typeface="+mj-ea"/>
          <a:cs typeface="+mj-cs"/>
        </a:defRPr>
      </a:lvl6pPr>
      <a:lvl7pPr marL="0" indent="0" algn="l" defTabSz="181877" rtl="0" eaLnBrk="1" latinLnBrk="0" hangingPunct="1">
        <a:lnSpc>
          <a:spcPct val="100000"/>
        </a:lnSpc>
        <a:spcBef>
          <a:spcPts val="0"/>
        </a:spcBef>
        <a:spcAft>
          <a:spcPts val="239"/>
        </a:spcAft>
        <a:buFont typeface="Arial" panose="020B0604020202020204" pitchFamily="34" charset="0"/>
        <a:buNone/>
        <a:defRPr lang="en-US" sz="954" b="0" kern="0" spc="-24" dirty="0">
          <a:solidFill>
            <a:schemeClr val="tx1">
              <a:lumMod val="95000"/>
              <a:lumOff val="5000"/>
            </a:schemeClr>
          </a:solidFill>
          <a:latin typeface="+mn-lt"/>
          <a:ea typeface="+mj-ea"/>
          <a:cs typeface="+mj-cs"/>
        </a:defRPr>
      </a:lvl7pPr>
      <a:lvl8pPr marL="0" indent="0" algn="l" defTabSz="181877" rtl="0" eaLnBrk="1" latinLnBrk="0" hangingPunct="1">
        <a:lnSpc>
          <a:spcPct val="100000"/>
        </a:lnSpc>
        <a:spcBef>
          <a:spcPts val="0"/>
        </a:spcBef>
        <a:spcAft>
          <a:spcPts val="239"/>
        </a:spcAft>
        <a:buFont typeface="Arial" panose="020B0604020202020204" pitchFamily="34" charset="0"/>
        <a:buNone/>
        <a:defRPr lang="en-US" sz="954" b="0" kern="0" spc="-24" dirty="0">
          <a:solidFill>
            <a:schemeClr val="tx1">
              <a:lumMod val="95000"/>
              <a:lumOff val="5000"/>
            </a:schemeClr>
          </a:solidFill>
          <a:latin typeface="+mn-lt"/>
          <a:ea typeface="+mj-ea"/>
          <a:cs typeface="+mj-cs"/>
        </a:defRPr>
      </a:lvl8pPr>
      <a:lvl9pPr marL="0" indent="0" algn="l" defTabSz="181877" rtl="0" eaLnBrk="1" latinLnBrk="0" hangingPunct="1">
        <a:lnSpc>
          <a:spcPct val="100000"/>
        </a:lnSpc>
        <a:spcBef>
          <a:spcPts val="0"/>
        </a:spcBef>
        <a:spcAft>
          <a:spcPts val="239"/>
        </a:spcAft>
        <a:buFont typeface="Arial" panose="020B0604020202020204" pitchFamily="34" charset="0"/>
        <a:buNone/>
        <a:defRPr lang="en-US" sz="954" b="0" kern="0" spc="-24" dirty="0">
          <a:solidFill>
            <a:schemeClr val="tx1">
              <a:lumMod val="95000"/>
              <a:lumOff val="5000"/>
            </a:schemeClr>
          </a:solidFill>
          <a:latin typeface="+mn-lt"/>
          <a:ea typeface="+mj-ea"/>
          <a:cs typeface="+mj-cs"/>
        </a:defRPr>
      </a:lvl9pPr>
    </p:bodyStyle>
    <p:otherStyle>
      <a:defPPr>
        <a:defRPr lang="en-US"/>
      </a:defPPr>
      <a:lvl1pPr marL="0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1pPr>
      <a:lvl2pPr marL="363755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2pPr>
      <a:lvl3pPr marL="727510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3pPr>
      <a:lvl4pPr marL="1091265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455020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1818775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182529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546285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2910039" algn="l" defTabSz="727510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5ACBF0"/>
          </p15:clr>
        </p15:guide>
        <p15:guide id="2" orient="horz" pos="3997">
          <p15:clr>
            <a:srgbClr val="FBAE40"/>
          </p15:clr>
        </p15:guide>
        <p15:guide id="3" pos="234">
          <p15:clr>
            <a:srgbClr val="FBAE40"/>
          </p15:clr>
        </p15:guide>
        <p15:guide id="4" pos="7446">
          <p15:clr>
            <a:srgbClr val="FBAE40"/>
          </p15:clr>
        </p15:guide>
        <p15:guide id="5" orient="horz" pos="4148">
          <p15:clr>
            <a:srgbClr val="5ACBF0"/>
          </p15:clr>
        </p15:guide>
        <p15:guide id="6" pos="3840">
          <p15:clr>
            <a:srgbClr val="A4A3A4"/>
          </p15:clr>
        </p15:guide>
        <p15:guide id="7" pos="3953">
          <p15:clr>
            <a:srgbClr val="A4A3A4"/>
          </p15:clr>
        </p15:guide>
        <p15:guide id="8" pos="3727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5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3E0D9E-B485-77C8-549F-A17602CC8867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100000">
                <a:srgbClr val="002F87"/>
              </a:gs>
              <a:gs pos="0">
                <a:schemeClr val="accent1"/>
              </a:gs>
              <a:gs pos="24000">
                <a:schemeClr val="accent1"/>
              </a:gs>
              <a:gs pos="81000">
                <a:srgbClr val="002F8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481487-5AAC-BBF4-FD3D-42B4D205F3F8}"/>
              </a:ext>
            </a:extLst>
          </p:cNvPr>
          <p:cNvSpPr>
            <a:spLocks/>
          </p:cNvSpPr>
          <p:nvPr userDrawn="1"/>
        </p:nvSpPr>
        <p:spPr>
          <a:xfrm>
            <a:off x="84000" y="81000"/>
            <a:ext cx="12024000" cy="6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/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7442013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25" imgH="426" progId="TCLayout.ActiveDocument.1">
                  <p:embed/>
                </p:oleObj>
              </mc:Choice>
              <mc:Fallback>
                <p:oleObj name="think-cell Slide" r:id="rId2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8DE1094A-B7F8-4DB5-A999-E20088C6DAE0}"/>
              </a:ext>
            </a:extLst>
          </p:cNvPr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1" i="0" baseline="0" noProof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0861573" cy="6942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585913"/>
            <a:ext cx="11430000" cy="4579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 1</a:t>
            </a:r>
          </a:p>
          <a:p>
            <a:pPr lvl="1"/>
            <a:r>
              <a:rPr lang="en-US" noProof="0"/>
              <a:t>Text 2</a:t>
            </a:r>
          </a:p>
          <a:p>
            <a:pPr lvl="2"/>
            <a:r>
              <a:rPr lang="en-US" noProof="0"/>
              <a:t>Text 3</a:t>
            </a:r>
          </a:p>
          <a:p>
            <a:pPr lvl="3"/>
            <a:r>
              <a:rPr lang="en-US" noProof="0"/>
              <a:t>Text 4</a:t>
            </a:r>
          </a:p>
          <a:p>
            <a:pPr lvl="4"/>
            <a:r>
              <a:rPr lang="en-US" noProof="0"/>
              <a:t>Text 5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ADD360-50D8-C35A-62AD-F1F929FF1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136" y="6437536"/>
            <a:ext cx="435864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900" b="0" i="0">
                <a:solidFill>
                  <a:schemeClr val="tx2"/>
                </a:solidFill>
                <a:latin typeface="+mj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FE9C2-B88E-6FED-B66C-4856E41B28D9}"/>
              </a:ext>
            </a:extLst>
          </p:cNvPr>
          <p:cNvSpPr txBox="1">
            <a:spLocks/>
          </p:cNvSpPr>
          <p:nvPr userDrawn="1"/>
        </p:nvSpPr>
        <p:spPr>
          <a:xfrm>
            <a:off x="5580343" y="6479818"/>
            <a:ext cx="5724000" cy="107722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r" defTabSz="108710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700" b="0" i="0" noProof="0">
                <a:solidFill>
                  <a:srgbClr val="919191"/>
                </a:solidFill>
                <a:latin typeface="Graphik Light" panose="020B0403030202060203" pitchFamily="34" charset="0"/>
              </a:rPr>
              <a:t>Copyright © 2025 Accenture. All rights reserved.</a:t>
            </a:r>
          </a:p>
        </p:txBody>
      </p:sp>
      <p:sp>
        <p:nvSpPr>
          <p:cNvPr id="14" name="Grafik 9">
            <a:extLst>
              <a:ext uri="{FF2B5EF4-FFF2-40B4-BE49-F238E27FC236}">
                <a16:creationId xmlns:a16="http://schemas.microsoft.com/office/drawing/2014/main" id="{16BD7387-0C11-6D6F-5BE6-74626E72304E}"/>
              </a:ext>
            </a:extLst>
          </p:cNvPr>
          <p:cNvSpPr/>
          <p:nvPr userDrawn="1"/>
        </p:nvSpPr>
        <p:spPr>
          <a:xfrm>
            <a:off x="383494" y="6449857"/>
            <a:ext cx="152760" cy="167644"/>
          </a:xfrm>
          <a:custGeom>
            <a:avLst/>
            <a:gdLst>
              <a:gd name="connsiteX0" fmla="*/ 0 w 152760"/>
              <a:gd name="connsiteY0" fmla="*/ 167644 h 167644"/>
              <a:gd name="connsiteX1" fmla="*/ 152761 w 152760"/>
              <a:gd name="connsiteY1" fmla="*/ 105708 h 167644"/>
              <a:gd name="connsiteX2" fmla="*/ 152761 w 152760"/>
              <a:gd name="connsiteY2" fmla="*/ 61936 h 167644"/>
              <a:gd name="connsiteX3" fmla="*/ 0 w 152760"/>
              <a:gd name="connsiteY3" fmla="*/ 0 h 167644"/>
              <a:gd name="connsiteX4" fmla="*/ 0 w 152760"/>
              <a:gd name="connsiteY4" fmla="*/ 43773 h 167644"/>
              <a:gd name="connsiteX5" fmla="*/ 98778 w 152760"/>
              <a:gd name="connsiteY5" fmla="*/ 83822 h 167644"/>
              <a:gd name="connsiteX6" fmla="*/ 0 w 152760"/>
              <a:gd name="connsiteY6" fmla="*/ 123871 h 16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60" h="167644">
                <a:moveTo>
                  <a:pt x="0" y="167644"/>
                </a:moveTo>
                <a:lnTo>
                  <a:pt x="152761" y="105708"/>
                </a:lnTo>
                <a:lnTo>
                  <a:pt x="152761" y="61936"/>
                </a:lnTo>
                <a:lnTo>
                  <a:pt x="0" y="0"/>
                </a:lnTo>
                <a:lnTo>
                  <a:pt x="0" y="43773"/>
                </a:lnTo>
                <a:lnTo>
                  <a:pt x="98778" y="83822"/>
                </a:lnTo>
                <a:lnTo>
                  <a:pt x="0" y="123871"/>
                </a:lnTo>
                <a:close/>
              </a:path>
            </a:pathLst>
          </a:custGeom>
          <a:solidFill>
            <a:schemeClr val="accent1"/>
          </a:solidFill>
          <a:ln w="46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174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  <p:sldLayoutId id="2147484071" r:id="rId17"/>
    <p:sldLayoutId id="2147484072" r:id="rId18"/>
    <p:sldLayoutId id="2147484073" r:id="rId19"/>
    <p:sldLayoutId id="2147484074" r:id="rId20"/>
    <p:sldLayoutId id="2147484075" r:id="rId21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spcAft>
          <a:spcPts val="0"/>
        </a:spcAft>
        <a:buFontTx/>
        <a:buNone/>
        <a:defRPr lang="de-DE" sz="2400" b="1" i="0" kern="1200" cap="none" spc="-50" baseline="0">
          <a:solidFill>
            <a:srgbClr val="000000"/>
          </a:solidFill>
          <a:latin typeface="Graphik Semibold" panose="020B0703030202060203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b="0" i="0" kern="1200" cap="none" spc="0" baseline="0" dirty="0">
          <a:solidFill>
            <a:schemeClr val="accent3"/>
          </a:solidFill>
          <a:latin typeface="Graphik Semibold" panose="020B0703030202060203" pitchFamily="34" charset="0"/>
          <a:ea typeface="+mj-ea"/>
          <a:cs typeface="+mj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4" pos="7440">
          <p15:clr>
            <a:srgbClr val="F26B43"/>
          </p15:clr>
        </p15:guide>
        <p15:guide id="15" pos="3840">
          <p15:clr>
            <a:srgbClr val="F26B43"/>
          </p15:clr>
        </p15:guide>
        <p15:guide id="16" pos="3953">
          <p15:clr>
            <a:srgbClr val="F26B43"/>
          </p15:clr>
        </p15:guide>
        <p15:guide id="17" pos="3727">
          <p15:clr>
            <a:srgbClr val="F26B43"/>
          </p15:clr>
        </p15:guide>
        <p15:guide id="18" orient="horz" pos="4042">
          <p15:clr>
            <a:srgbClr val="F26B43"/>
          </p15:clr>
        </p15:guide>
        <p15:guide id="19" orient="horz" pos="3974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hueOff val="-11705907"/>
            <a:satOff val="-82015"/>
            <a:lumOff val="5449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6823CCC-F237-425F-87CE-776E4487DA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90132501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73" imgH="473" progId="TCLayout.ActiveDocument.1">
                  <p:embed/>
                </p:oleObj>
              </mc:Choice>
              <mc:Fallback>
                <p:oleObj name="think-cell Slide" r:id="rId31" imgW="473" imgH="47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6823CCC-F237-425F-87CE-776E4487DA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"/>
          <p:cNvSpPr/>
          <p:nvPr userDrawn="1"/>
        </p:nvSpPr>
        <p:spPr>
          <a:xfrm>
            <a:off x="11719632" y="6452075"/>
            <a:ext cx="65" cy="104772"/>
          </a:xfrm>
          <a:prstGeom prst="rect">
            <a:avLst/>
          </a:prstGeom>
          <a:ln w="3175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228600" rtl="0">
              <a:lnSpc>
                <a:spcPct val="120000"/>
              </a:lnSpc>
              <a:spcBef>
                <a:spcPts val="0"/>
              </a:spcBef>
              <a:defRPr sz="800" spc="8">
                <a:latin typeface="+mn-lt"/>
                <a:ea typeface="+mn-ea"/>
                <a:cs typeface="+mn-cs"/>
                <a:sym typeface="Graphik"/>
              </a:defRPr>
            </a:pPr>
            <a:endParaRPr lang="en-US" sz="600" b="0" i="0">
              <a:latin typeface="Allianz Neo Regular" panose="020B0504020203020204" pitchFamily="34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8B11-AAC3-515F-3BE3-161F87C0D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2071" y="6482802"/>
            <a:ext cx="4114800" cy="184666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>
                    <a:tint val="75000"/>
                  </a:schemeClr>
                </a:solidFill>
                <a:latin typeface="Allianz Neo Regular" panose="020B0504020203020204" pitchFamily="34" charset="77"/>
              </a:defRPr>
            </a:lvl1pPr>
          </a:lstStyle>
          <a:p>
            <a:r>
              <a:rPr lang="en-US"/>
              <a:t>© 2024 Accenture.  All rights reserved. Accenture Confidential and Proprietary Material   |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A292CF5-96A8-C47F-D3F2-E543E52B971E}"/>
              </a:ext>
            </a:extLst>
          </p:cNvPr>
          <p:cNvSpPr txBox="1"/>
          <p:nvPr userDrawn="1"/>
        </p:nvSpPr>
        <p:spPr>
          <a:xfrm>
            <a:off x="11553787" y="6486286"/>
            <a:ext cx="270409" cy="1390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b">
            <a:noAutofit/>
          </a:bodyPr>
          <a:lstStyle/>
          <a:p>
            <a:pPr algn="r" rtl="0"/>
            <a:fld id="{4ABDCABE-3F10-B64C-92F1-862014417034}" type="slidenum">
              <a:rPr lang="en-US" sz="600" b="0" i="0" kern="1200" smtClean="0">
                <a:solidFill>
                  <a:schemeClr val="bg1">
                    <a:lumMod val="50000"/>
                  </a:schemeClr>
                </a:solidFill>
                <a:latin typeface="Allianz Neo SemiBold" panose="020B0704020203020204" pitchFamily="34" charset="0"/>
                <a:ea typeface="+mn-ea"/>
                <a:cs typeface="+mn-cs"/>
              </a:rPr>
              <a:pPr algn="r" rtl="0"/>
              <a:t>‹#›</a:t>
            </a:fld>
            <a:endParaRPr lang="en-US" sz="600" b="0" i="0" kern="1200">
              <a:solidFill>
                <a:schemeClr val="bg1">
                  <a:lumMod val="50000"/>
                </a:schemeClr>
              </a:solidFill>
              <a:latin typeface="Allianz Neo SemiBold" panose="020B07040202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21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  <p:sldLayoutId id="2147484037" r:id="rId15"/>
    <p:sldLayoutId id="2147484038" r:id="rId16"/>
    <p:sldLayoutId id="2147484039" r:id="rId17"/>
    <p:sldLayoutId id="2147484040" r:id="rId18"/>
    <p:sldLayoutId id="2147484041" r:id="rId19"/>
    <p:sldLayoutId id="2147484042" r:id="rId20"/>
    <p:sldLayoutId id="2147484044" r:id="rId21"/>
    <p:sldLayoutId id="2147484045" r:id="rId22"/>
    <p:sldLayoutId id="2147484046" r:id="rId23"/>
    <p:sldLayoutId id="2147484047" r:id="rId24"/>
    <p:sldLayoutId id="2147484048" r:id="rId25"/>
    <p:sldLayoutId id="2147484049" r:id="rId26"/>
    <p:sldLayoutId id="2147484050" r:id="rId27"/>
    <p:sldLayoutId id="2147484051" r:id="rId28"/>
  </p:sldLayoutIdLst>
  <p:transition spd="med"/>
  <p:hf hdr="0" dt="0"/>
  <p:txStyles>
    <p:titleStyle>
      <a:lvl1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Allianz Neo Regular" panose="020B0504020203020204" pitchFamily="34" charset="77"/>
          <a:ea typeface="Allianz Neo Regular" panose="020B0504020203020204" pitchFamily="34" charset="77"/>
          <a:cs typeface="Allianz Neo Regular" panose="020B0504020203020204" pitchFamily="34" charset="77"/>
          <a:sym typeface="Graphik Semibold"/>
        </a:defRPr>
      </a:lvl1pPr>
      <a:lvl2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2pPr>
      <a:lvl3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3pPr>
      <a:lvl4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4pPr>
      <a:lvl5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5pPr>
      <a:lvl6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6pPr>
      <a:lvl7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7pPr>
      <a:lvl8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8pPr>
      <a:lvl9pPr marL="0" marR="0" indent="0" algn="l" defTabSz="22860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>
          <a:tab pos="171450" algn="l"/>
          <a:tab pos="352425" algn="l"/>
          <a:tab pos="533400" algn="l"/>
          <a:tab pos="704850" algn="l"/>
          <a:tab pos="885825" algn="l"/>
          <a:tab pos="1066800" algn="l"/>
          <a:tab pos="1238250" algn="l"/>
          <a:tab pos="1419225" algn="l"/>
          <a:tab pos="1600200" algn="l"/>
          <a:tab pos="1771650" algn="l"/>
          <a:tab pos="1952625" algn="l"/>
          <a:tab pos="2133600" algn="l"/>
        </a:tabLst>
        <a:defRPr sz="2400" b="0" i="0" u="none" strike="noStrike" cap="none" spc="-24" baseline="0">
          <a:solidFill>
            <a:schemeClr val="accent1">
              <a:hueOff val="-14906351"/>
              <a:satOff val="-46387"/>
              <a:lumOff val="-21988"/>
            </a:schemeClr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9pPr>
    </p:titleStyle>
    <p:bodyStyle>
      <a:lvl1pPr marL="0" marR="0" indent="0" algn="l" defTabSz="410765" rtl="0" latinLnBrk="0">
        <a:lnSpc>
          <a:spcPct val="100000"/>
        </a:lnSpc>
        <a:spcBef>
          <a:spcPts val="0"/>
        </a:spcBef>
        <a:spcAft>
          <a:spcPts val="45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E212A"/>
          </a:solidFill>
          <a:uFillTx/>
          <a:latin typeface="Allianz Neo Regular"/>
          <a:ea typeface="Allianz Neo Regular"/>
          <a:cs typeface="Allianz Neo Regular"/>
          <a:sym typeface="Graphik Light"/>
        </a:defRPr>
      </a:lvl1pPr>
      <a:lvl2pPr marL="266700" marR="0" indent="-266700" algn="l" defTabSz="410765" rtl="0" latinLnBrk="0">
        <a:lnSpc>
          <a:spcPct val="100000"/>
        </a:lnSpc>
        <a:spcBef>
          <a:spcPts val="0"/>
        </a:spcBef>
        <a:spcAft>
          <a:spcPts val="45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1E212A"/>
          </a:solidFill>
          <a:uFillTx/>
          <a:latin typeface="Allianz Neo Light" panose="020B0304020203020204" pitchFamily="34" charset="0"/>
          <a:ea typeface="Allianz Neo Light" panose="020B0304020203020204" pitchFamily="34" charset="0"/>
          <a:cs typeface="Allianz Neo Light" panose="020B0304020203020204" pitchFamily="34" charset="0"/>
          <a:sym typeface="Graphik Light"/>
        </a:defRPr>
      </a:lvl2pPr>
      <a:lvl3pPr marL="542925" marR="0" indent="-276225" algn="l" defTabSz="410765" rtl="0" latinLnBrk="0">
        <a:lnSpc>
          <a:spcPct val="100000"/>
        </a:lnSpc>
        <a:spcBef>
          <a:spcPts val="0"/>
        </a:spcBef>
        <a:spcAft>
          <a:spcPts val="45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1E212A"/>
          </a:solidFill>
          <a:uFillTx/>
          <a:latin typeface="Allianz Neo Light" panose="020B0304020203020204" pitchFamily="34" charset="0"/>
          <a:ea typeface="Allianz Neo Light" panose="020B0304020203020204" pitchFamily="34" charset="0"/>
          <a:cs typeface="Allianz Neo Light" panose="020B0304020203020204" pitchFamily="34" charset="0"/>
          <a:sym typeface="Graphik Light"/>
        </a:defRPr>
      </a:lvl3pPr>
      <a:lvl4pPr marL="809625" marR="0" indent="-266700" algn="l" defTabSz="410765" rtl="0" latinLnBrk="0">
        <a:lnSpc>
          <a:spcPct val="100000"/>
        </a:lnSpc>
        <a:spcBef>
          <a:spcPts val="0"/>
        </a:spcBef>
        <a:spcAft>
          <a:spcPts val="45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1E212A"/>
          </a:solidFill>
          <a:uFillTx/>
          <a:latin typeface="Allianz Neo Light" panose="020B0304020203020204" pitchFamily="34" charset="0"/>
          <a:ea typeface="Allianz Neo Light" panose="020B0304020203020204" pitchFamily="34" charset="0"/>
          <a:cs typeface="Allianz Neo Light" panose="020B0304020203020204" pitchFamily="34" charset="0"/>
          <a:sym typeface="Graphik Light"/>
        </a:defRPr>
      </a:lvl4pPr>
      <a:lvl5pPr marL="0" marR="0" indent="685800" algn="l" defTabSz="410765" rtl="0" latinLnBrk="0">
        <a:lnSpc>
          <a:spcPct val="100000"/>
        </a:lnSpc>
        <a:spcBef>
          <a:spcPts val="0"/>
        </a:spcBef>
        <a:spcAft>
          <a:spcPts val="90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E212A"/>
          </a:solidFill>
          <a:uFillTx/>
          <a:latin typeface="Allianz Neo Light" panose="020B0304020203020204" pitchFamily="34" charset="0"/>
          <a:ea typeface="Allianz Neo Light" panose="020B0304020203020204" pitchFamily="34" charset="0"/>
          <a:cs typeface="Allianz Neo Light" panose="020B0304020203020204" pitchFamily="34" charset="0"/>
          <a:sym typeface="Graphik Light"/>
        </a:defRPr>
      </a:lvl5pPr>
      <a:lvl6pPr marL="0" marR="0" indent="857250" algn="l" defTabSz="410765" rtl="0" latinLnBrk="0">
        <a:lnSpc>
          <a:spcPct val="12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E212A"/>
          </a:solidFill>
          <a:uFillTx/>
          <a:latin typeface="Graphik-Light"/>
          <a:ea typeface="Graphik-Light"/>
          <a:cs typeface="Graphik-Light"/>
          <a:sym typeface="Graphik Light"/>
        </a:defRPr>
      </a:lvl6pPr>
      <a:lvl7pPr marL="0" marR="0" indent="1028700" algn="l" defTabSz="410765" rtl="0" latinLnBrk="0">
        <a:lnSpc>
          <a:spcPct val="12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E212A"/>
          </a:solidFill>
          <a:uFillTx/>
          <a:latin typeface="Graphik-Light"/>
          <a:ea typeface="Graphik-Light"/>
          <a:cs typeface="Graphik-Light"/>
          <a:sym typeface="Graphik Light"/>
        </a:defRPr>
      </a:lvl7pPr>
      <a:lvl8pPr marL="0" marR="0" indent="1200150" algn="l" defTabSz="410765" rtl="0" latinLnBrk="0">
        <a:lnSpc>
          <a:spcPct val="12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E212A"/>
          </a:solidFill>
          <a:uFillTx/>
          <a:latin typeface="Graphik-Light"/>
          <a:ea typeface="Graphik-Light"/>
          <a:cs typeface="Graphik-Light"/>
          <a:sym typeface="Graphik Light"/>
        </a:defRPr>
      </a:lvl8pPr>
      <a:lvl9pPr marL="0" marR="0" indent="1371600" algn="l" defTabSz="410765" rtl="0" latinLnBrk="0">
        <a:lnSpc>
          <a:spcPct val="12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E212A"/>
          </a:solidFill>
          <a:uFillTx/>
          <a:latin typeface="Graphik-Light"/>
          <a:ea typeface="Graphik-Light"/>
          <a:cs typeface="Graphik-Light"/>
          <a:sym typeface="Graphik Light"/>
        </a:defRPr>
      </a:lvl9pPr>
    </p:bodyStyle>
    <p:otherStyle>
      <a:lvl1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l" defTabSz="2286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6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  <p:extLst>
    <p:ext uri="{27BBF7A9-308A-43DC-89C8-2F10F3537804}">
      <p15:sldGuideLst xmlns:p15="http://schemas.microsoft.com/office/powerpoint/2012/main">
        <p15:guide id="2" pos="257">
          <p15:clr>
            <a:srgbClr val="F26B43"/>
          </p15:clr>
        </p15:guide>
        <p15:guide id="3" pos="9928">
          <p15:clr>
            <a:srgbClr val="F26B43"/>
          </p15:clr>
        </p15:guide>
        <p15:guide id="4" orient="horz" pos="164">
          <p15:clr>
            <a:srgbClr val="F26B43"/>
          </p15:clr>
        </p15:guide>
        <p15:guide id="10" pos="3817">
          <p15:clr>
            <a:srgbClr val="F26B43"/>
          </p15:clr>
        </p15:guide>
        <p15:guide id="11" pos="7446">
          <p15:clr>
            <a:srgbClr val="F26B43"/>
          </p15:clr>
        </p15:guide>
        <p15:guide id="12" orient="horz" pos="4156">
          <p15:clr>
            <a:srgbClr val="F26B43"/>
          </p15:clr>
        </p15:guide>
        <p15:guide id="13" orient="horz" pos="391">
          <p15:clr>
            <a:srgbClr val="F26B43"/>
          </p15:clr>
        </p15:guide>
        <p15:guide id="14" orient="horz" pos="3906">
          <p15:clr>
            <a:srgbClr val="F26B43"/>
          </p15:clr>
        </p15:guide>
        <p15:guide id="15" orient="horz" pos="3249">
          <p15:clr>
            <a:srgbClr val="F26B43"/>
          </p15:clr>
        </p15:guide>
        <p15:guide id="16" orient="horz" pos="2160">
          <p15:clr>
            <a:srgbClr val="F26B43"/>
          </p15:clr>
        </p15:guide>
        <p15:guide id="17" orient="horz" pos="958">
          <p15:clr>
            <a:srgbClr val="F26B43"/>
          </p15:clr>
        </p15:guide>
        <p15:guide id="18" pos="778">
          <p15:clr>
            <a:srgbClr val="F26B43"/>
          </p15:clr>
        </p15:guide>
        <p15:guide id="19" pos="869">
          <p15:clr>
            <a:srgbClr val="F26B43"/>
          </p15:clr>
        </p15:guide>
        <p15:guide id="20" pos="1368">
          <p15:clr>
            <a:srgbClr val="F26B43"/>
          </p15:clr>
        </p15:guide>
        <p15:guide id="21" pos="1459">
          <p15:clr>
            <a:srgbClr val="F26B43"/>
          </p15:clr>
        </p15:guide>
        <p15:guide id="22" pos="2683">
          <p15:clr>
            <a:srgbClr val="F26B43"/>
          </p15:clr>
        </p15:guide>
        <p15:guide id="23" pos="3182">
          <p15:clr>
            <a:srgbClr val="F26B43"/>
          </p15:clr>
        </p15:guide>
        <p15:guide id="24" pos="3908">
          <p15:clr>
            <a:srgbClr val="F26B43"/>
          </p15:clr>
        </p15:guide>
        <p15:guide id="25" pos="4430">
          <p15:clr>
            <a:srgbClr val="F26B43"/>
          </p15:clr>
        </p15:guide>
        <p15:guide id="26" pos="4520">
          <p15:clr>
            <a:srgbClr val="F26B43"/>
          </p15:clr>
        </p15:guide>
        <p15:guide id="27" pos="6221">
          <p15:clr>
            <a:srgbClr val="F26B43"/>
          </p15:clr>
        </p15:guide>
        <p15:guide id="28" pos="5609">
          <p15:clr>
            <a:srgbClr val="F26B43"/>
          </p15:clr>
        </p15:guide>
        <p15:guide id="29" pos="6312">
          <p15:clr>
            <a:srgbClr val="F26B43"/>
          </p15:clr>
        </p15:guide>
        <p15:guide id="30" pos="6834">
          <p15:clr>
            <a:srgbClr val="F26B43"/>
          </p15:clr>
        </p15:guide>
        <p15:guide id="31" pos="1980">
          <p15:clr>
            <a:srgbClr val="F26B43"/>
          </p15:clr>
        </p15:guide>
        <p15:guide id="32" pos="2071">
          <p15:clr>
            <a:srgbClr val="F26B43"/>
          </p15:clr>
        </p15:guide>
        <p15:guide id="33" pos="2593">
          <p15:clr>
            <a:srgbClr val="F26B43"/>
          </p15:clr>
        </p15:guide>
        <p15:guide id="34" pos="3273">
          <p15:clr>
            <a:srgbClr val="F26B43"/>
          </p15:clr>
        </p15:guide>
        <p15:guide id="35" pos="5019">
          <p15:clr>
            <a:srgbClr val="F26B43"/>
          </p15:clr>
        </p15:guide>
        <p15:guide id="36" pos="5110">
          <p15:clr>
            <a:srgbClr val="F26B43"/>
          </p15:clr>
        </p15:guide>
        <p15:guide id="37" pos="5700">
          <p15:clr>
            <a:srgbClr val="F26B43"/>
          </p15:clr>
        </p15:guide>
        <p15:guide id="38" pos="6924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2AF884E-EAFA-A05C-FE1B-553DA481DF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328343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35" imgH="435" progId="TCLayout.ActiveDocument.1">
                  <p:embed/>
                </p:oleObj>
              </mc:Choice>
              <mc:Fallback>
                <p:oleObj name="think-cell Slide" r:id="rId17" imgW="435" imgH="43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2AF884E-EAFA-A05C-FE1B-553DA481DF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C2CE480B-29CB-66B0-F24E-606E6F6B8A70}"/>
              </a:ext>
            </a:extLst>
          </p:cNvPr>
          <p:cNvSpPr/>
          <p:nvPr userDrawn="1"/>
        </p:nvSpPr>
        <p:spPr>
          <a:xfrm>
            <a:off x="54000" y="54000"/>
            <a:ext cx="12084000" cy="6749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59999" y="540000"/>
            <a:ext cx="11448000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60000" y="1368000"/>
            <a:ext cx="11448000" cy="48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18pt)</a:t>
            </a:r>
          </a:p>
          <a:p>
            <a:pPr lvl="3"/>
            <a:r>
              <a:rPr lang="en-US"/>
              <a:t>Fourth level (bullet 16pt)</a:t>
            </a:r>
          </a:p>
          <a:p>
            <a:pPr lvl="4"/>
            <a:r>
              <a:rPr lang="en-US"/>
              <a:t>Fifth level (bullet 14pt)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539697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 rtl="0">
              <a:defRPr sz="800">
                <a:solidFill>
                  <a:schemeClr val="tx2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59989E49-7959-226A-29FD-FF9297C57CF2}"/>
              </a:ext>
            </a:extLst>
          </p:cNvPr>
          <p:cNvSpPr/>
          <p:nvPr userDrawn="1"/>
        </p:nvSpPr>
        <p:spPr>
          <a:xfrm>
            <a:off x="-462410" y="390538"/>
            <a:ext cx="392406" cy="3924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861B69-1CF0-EF6D-3B1E-EFA9D574582E}"/>
              </a:ext>
            </a:extLst>
          </p:cNvPr>
          <p:cNvSpPr/>
          <p:nvPr userDrawn="1"/>
        </p:nvSpPr>
        <p:spPr>
          <a:xfrm>
            <a:off x="-462410" y="822189"/>
            <a:ext cx="392406" cy="3924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A1A24E-697A-3BB9-F9B2-865F4183B874}"/>
              </a:ext>
            </a:extLst>
          </p:cNvPr>
          <p:cNvSpPr/>
          <p:nvPr userDrawn="1"/>
        </p:nvSpPr>
        <p:spPr>
          <a:xfrm>
            <a:off x="-462410" y="1253840"/>
            <a:ext cx="392406" cy="392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11" name="Rectángulo 9">
            <a:extLst>
              <a:ext uri="{FF2B5EF4-FFF2-40B4-BE49-F238E27FC236}">
                <a16:creationId xmlns:a16="http://schemas.microsoft.com/office/drawing/2014/main" id="{2FE67520-9BD7-BB20-CA5B-E803539A253E}"/>
              </a:ext>
            </a:extLst>
          </p:cNvPr>
          <p:cNvSpPr/>
          <p:nvPr userDrawn="1"/>
        </p:nvSpPr>
        <p:spPr>
          <a:xfrm>
            <a:off x="-462410" y="1685491"/>
            <a:ext cx="392406" cy="3924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16" name="Rectángulo 10">
            <a:extLst>
              <a:ext uri="{FF2B5EF4-FFF2-40B4-BE49-F238E27FC236}">
                <a16:creationId xmlns:a16="http://schemas.microsoft.com/office/drawing/2014/main" id="{16226352-6F29-D13A-30E3-07A68D9A2B46}"/>
              </a:ext>
            </a:extLst>
          </p:cNvPr>
          <p:cNvSpPr/>
          <p:nvPr userDrawn="1"/>
        </p:nvSpPr>
        <p:spPr>
          <a:xfrm>
            <a:off x="-462410" y="2117142"/>
            <a:ext cx="392406" cy="392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17" name="Rectángulo 11">
            <a:extLst>
              <a:ext uri="{FF2B5EF4-FFF2-40B4-BE49-F238E27FC236}">
                <a16:creationId xmlns:a16="http://schemas.microsoft.com/office/drawing/2014/main" id="{F9D3A144-4E37-D580-CFBF-8EB7EB6C1F3E}"/>
              </a:ext>
            </a:extLst>
          </p:cNvPr>
          <p:cNvSpPr/>
          <p:nvPr userDrawn="1"/>
        </p:nvSpPr>
        <p:spPr>
          <a:xfrm>
            <a:off x="-462410" y="2548793"/>
            <a:ext cx="392406" cy="392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18" name="Rectángulo 12">
            <a:extLst>
              <a:ext uri="{FF2B5EF4-FFF2-40B4-BE49-F238E27FC236}">
                <a16:creationId xmlns:a16="http://schemas.microsoft.com/office/drawing/2014/main" id="{F0271CAA-AC85-A0A2-A17C-7828CA1C84D8}"/>
              </a:ext>
            </a:extLst>
          </p:cNvPr>
          <p:cNvSpPr/>
          <p:nvPr userDrawn="1"/>
        </p:nvSpPr>
        <p:spPr>
          <a:xfrm>
            <a:off x="-462410" y="2980444"/>
            <a:ext cx="392406" cy="3924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19" name="Rectángulo 13">
            <a:extLst>
              <a:ext uri="{FF2B5EF4-FFF2-40B4-BE49-F238E27FC236}">
                <a16:creationId xmlns:a16="http://schemas.microsoft.com/office/drawing/2014/main" id="{59A222C9-DAFC-C49B-2E46-930DCFF06E86}"/>
              </a:ext>
            </a:extLst>
          </p:cNvPr>
          <p:cNvSpPr/>
          <p:nvPr userDrawn="1"/>
        </p:nvSpPr>
        <p:spPr>
          <a:xfrm>
            <a:off x="-462410" y="3412096"/>
            <a:ext cx="392406" cy="392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20" name="Rectángulo 14">
            <a:extLst>
              <a:ext uri="{FF2B5EF4-FFF2-40B4-BE49-F238E27FC236}">
                <a16:creationId xmlns:a16="http://schemas.microsoft.com/office/drawing/2014/main" id="{FD12AABD-7A3A-F654-8264-96932D9676CF}"/>
              </a:ext>
            </a:extLst>
          </p:cNvPr>
          <p:cNvSpPr/>
          <p:nvPr userDrawn="1"/>
        </p:nvSpPr>
        <p:spPr>
          <a:xfrm>
            <a:off x="-462410" y="3843747"/>
            <a:ext cx="392406" cy="3924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21" name="Rectángulo 15">
            <a:extLst>
              <a:ext uri="{FF2B5EF4-FFF2-40B4-BE49-F238E27FC236}">
                <a16:creationId xmlns:a16="http://schemas.microsoft.com/office/drawing/2014/main" id="{4654AE57-9D9D-893F-EF04-A800A88F4817}"/>
              </a:ext>
            </a:extLst>
          </p:cNvPr>
          <p:cNvSpPr/>
          <p:nvPr userDrawn="1"/>
        </p:nvSpPr>
        <p:spPr>
          <a:xfrm>
            <a:off x="-462410" y="4707049"/>
            <a:ext cx="392406" cy="392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sp>
        <p:nvSpPr>
          <p:cNvPr id="22" name="Rectángulo 20">
            <a:extLst>
              <a:ext uri="{FF2B5EF4-FFF2-40B4-BE49-F238E27FC236}">
                <a16:creationId xmlns:a16="http://schemas.microsoft.com/office/drawing/2014/main" id="{2B92BBEA-49E4-61F4-6562-71E0DA76312E}"/>
              </a:ext>
            </a:extLst>
          </p:cNvPr>
          <p:cNvSpPr/>
          <p:nvPr userDrawn="1"/>
        </p:nvSpPr>
        <p:spPr>
          <a:xfrm>
            <a:off x="-462410" y="4275398"/>
            <a:ext cx="392406" cy="3924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rtl="0"/>
            <a:endParaRPr lang="en-US"/>
          </a:p>
        </p:txBody>
      </p:sp>
      <p:grpSp>
        <p:nvGrpSpPr>
          <p:cNvPr id="25" name="Gruppieren 11">
            <a:extLst>
              <a:ext uri="{FF2B5EF4-FFF2-40B4-BE49-F238E27FC236}">
                <a16:creationId xmlns:a16="http://schemas.microsoft.com/office/drawing/2014/main" id="{DB29CE9B-657D-DC7C-FFD4-888AF133E856}"/>
              </a:ext>
            </a:extLst>
          </p:cNvPr>
          <p:cNvGrpSpPr>
            <a:grpSpLocks/>
          </p:cNvGrpSpPr>
          <p:nvPr userDrawn="1"/>
        </p:nvGrpSpPr>
        <p:grpSpPr>
          <a:xfrm>
            <a:off x="357188" y="6534028"/>
            <a:ext cx="725542" cy="205046"/>
            <a:chOff x="357188" y="6534028"/>
            <a:chExt cx="725542" cy="205046"/>
          </a:xfrm>
        </p:grpSpPr>
        <p:sp>
          <p:nvSpPr>
            <p:cNvPr id="26" name="Grafik 3">
              <a:extLst>
                <a:ext uri="{FF2B5EF4-FFF2-40B4-BE49-F238E27FC236}">
                  <a16:creationId xmlns:a16="http://schemas.microsoft.com/office/drawing/2014/main" id="{E2DAAD10-518A-E5E4-D411-05FB4D48F723}"/>
                </a:ext>
              </a:extLst>
            </p:cNvPr>
            <p:cNvSpPr>
              <a:spLocks/>
            </p:cNvSpPr>
            <p:nvPr userDrawn="1"/>
          </p:nvSpPr>
          <p:spPr>
            <a:xfrm>
              <a:off x="357188" y="6549288"/>
              <a:ext cx="582810" cy="153728"/>
            </a:xfrm>
            <a:custGeom>
              <a:avLst/>
              <a:gdLst>
                <a:gd name="connsiteX0" fmla="*/ 905828 w 1556384"/>
                <a:gd name="connsiteY0" fmla="*/ 115253 h 410527"/>
                <a:gd name="connsiteX1" fmla="*/ 995363 w 1556384"/>
                <a:gd name="connsiteY1" fmla="*/ 81915 h 410527"/>
                <a:gd name="connsiteX2" fmla="*/ 905828 w 1556384"/>
                <a:gd name="connsiteY2" fmla="*/ 46672 h 410527"/>
                <a:gd name="connsiteX3" fmla="*/ 905828 w 1556384"/>
                <a:gd name="connsiteY3" fmla="*/ 0 h 410527"/>
                <a:gd name="connsiteX4" fmla="*/ 1059180 w 1556384"/>
                <a:gd name="connsiteY4" fmla="*/ 61913 h 410527"/>
                <a:gd name="connsiteX5" fmla="*/ 1059180 w 1556384"/>
                <a:gd name="connsiteY5" fmla="*/ 100013 h 410527"/>
                <a:gd name="connsiteX6" fmla="*/ 905828 w 1556384"/>
                <a:gd name="connsiteY6" fmla="*/ 161925 h 410527"/>
                <a:gd name="connsiteX7" fmla="*/ 905828 w 1556384"/>
                <a:gd name="connsiteY7" fmla="*/ 115253 h 410527"/>
                <a:gd name="connsiteX8" fmla="*/ 59055 w 1556384"/>
                <a:gd name="connsiteY8" fmla="*/ 410528 h 410527"/>
                <a:gd name="connsiteX9" fmla="*/ 0 w 1556384"/>
                <a:gd name="connsiteY9" fmla="*/ 358140 h 410527"/>
                <a:gd name="connsiteX10" fmla="*/ 0 w 1556384"/>
                <a:gd name="connsiteY10" fmla="*/ 356235 h 410527"/>
                <a:gd name="connsiteX11" fmla="*/ 84772 w 1556384"/>
                <a:gd name="connsiteY11" fmla="*/ 297180 h 410527"/>
                <a:gd name="connsiteX12" fmla="*/ 106680 w 1556384"/>
                <a:gd name="connsiteY12" fmla="*/ 297180 h 410527"/>
                <a:gd name="connsiteX13" fmla="*/ 106680 w 1556384"/>
                <a:gd name="connsiteY13" fmla="*/ 288607 h 410527"/>
                <a:gd name="connsiteX14" fmla="*/ 80010 w 1556384"/>
                <a:gd name="connsiteY14" fmla="*/ 260032 h 410527"/>
                <a:gd name="connsiteX15" fmla="*/ 53340 w 1556384"/>
                <a:gd name="connsiteY15" fmla="*/ 282892 h 410527"/>
                <a:gd name="connsiteX16" fmla="*/ 5715 w 1556384"/>
                <a:gd name="connsiteY16" fmla="*/ 282892 h 410527"/>
                <a:gd name="connsiteX17" fmla="*/ 82868 w 1556384"/>
                <a:gd name="connsiteY17" fmla="*/ 223838 h 410527"/>
                <a:gd name="connsiteX18" fmla="*/ 157163 w 1556384"/>
                <a:gd name="connsiteY18" fmla="*/ 286703 h 410527"/>
                <a:gd name="connsiteX19" fmla="*/ 157163 w 1556384"/>
                <a:gd name="connsiteY19" fmla="*/ 406717 h 410527"/>
                <a:gd name="connsiteX20" fmla="*/ 108585 w 1556384"/>
                <a:gd name="connsiteY20" fmla="*/ 406717 h 410527"/>
                <a:gd name="connsiteX21" fmla="*/ 108585 w 1556384"/>
                <a:gd name="connsiteY21" fmla="*/ 385763 h 410527"/>
                <a:gd name="connsiteX22" fmla="*/ 59055 w 1556384"/>
                <a:gd name="connsiteY22" fmla="*/ 410528 h 410527"/>
                <a:gd name="connsiteX23" fmla="*/ 106680 w 1556384"/>
                <a:gd name="connsiteY23" fmla="*/ 346710 h 410527"/>
                <a:gd name="connsiteX24" fmla="*/ 106680 w 1556384"/>
                <a:gd name="connsiteY24" fmla="*/ 329565 h 410527"/>
                <a:gd name="connsiteX25" fmla="*/ 86678 w 1556384"/>
                <a:gd name="connsiteY25" fmla="*/ 329565 h 410527"/>
                <a:gd name="connsiteX26" fmla="*/ 49530 w 1556384"/>
                <a:gd name="connsiteY26" fmla="*/ 352425 h 410527"/>
                <a:gd name="connsiteX27" fmla="*/ 49530 w 1556384"/>
                <a:gd name="connsiteY27" fmla="*/ 354330 h 410527"/>
                <a:gd name="connsiteX28" fmla="*/ 74295 w 1556384"/>
                <a:gd name="connsiteY28" fmla="*/ 375285 h 410527"/>
                <a:gd name="connsiteX29" fmla="*/ 106680 w 1556384"/>
                <a:gd name="connsiteY29" fmla="*/ 346710 h 410527"/>
                <a:gd name="connsiteX30" fmla="*/ 270510 w 1556384"/>
                <a:gd name="connsiteY30" fmla="*/ 410528 h 410527"/>
                <a:gd name="connsiteX31" fmla="*/ 184785 w 1556384"/>
                <a:gd name="connsiteY31" fmla="*/ 319088 h 410527"/>
                <a:gd name="connsiteX32" fmla="*/ 184785 w 1556384"/>
                <a:gd name="connsiteY32" fmla="*/ 316230 h 410527"/>
                <a:gd name="connsiteX33" fmla="*/ 270510 w 1556384"/>
                <a:gd name="connsiteY33" fmla="*/ 222885 h 410527"/>
                <a:gd name="connsiteX34" fmla="*/ 348615 w 1556384"/>
                <a:gd name="connsiteY34" fmla="*/ 290513 h 410527"/>
                <a:gd name="connsiteX35" fmla="*/ 300990 w 1556384"/>
                <a:gd name="connsiteY35" fmla="*/ 290513 h 410527"/>
                <a:gd name="connsiteX36" fmla="*/ 271463 w 1556384"/>
                <a:gd name="connsiteY36" fmla="*/ 261938 h 410527"/>
                <a:gd name="connsiteX37" fmla="*/ 235268 w 1556384"/>
                <a:gd name="connsiteY37" fmla="*/ 314325 h 410527"/>
                <a:gd name="connsiteX38" fmla="*/ 235268 w 1556384"/>
                <a:gd name="connsiteY38" fmla="*/ 320040 h 410527"/>
                <a:gd name="connsiteX39" fmla="*/ 271463 w 1556384"/>
                <a:gd name="connsiteY39" fmla="*/ 372428 h 410527"/>
                <a:gd name="connsiteX40" fmla="*/ 303847 w 1556384"/>
                <a:gd name="connsiteY40" fmla="*/ 340042 h 410527"/>
                <a:gd name="connsiteX41" fmla="*/ 349568 w 1556384"/>
                <a:gd name="connsiteY41" fmla="*/ 340042 h 410527"/>
                <a:gd name="connsiteX42" fmla="*/ 270510 w 1556384"/>
                <a:gd name="connsiteY42" fmla="*/ 410528 h 410527"/>
                <a:gd name="connsiteX43" fmla="*/ 457200 w 1556384"/>
                <a:gd name="connsiteY43" fmla="*/ 410528 h 410527"/>
                <a:gd name="connsiteX44" fmla="*/ 371475 w 1556384"/>
                <a:gd name="connsiteY44" fmla="*/ 319088 h 410527"/>
                <a:gd name="connsiteX45" fmla="*/ 371475 w 1556384"/>
                <a:gd name="connsiteY45" fmla="*/ 316230 h 410527"/>
                <a:gd name="connsiteX46" fmla="*/ 457200 w 1556384"/>
                <a:gd name="connsiteY46" fmla="*/ 222885 h 410527"/>
                <a:gd name="connsiteX47" fmla="*/ 535305 w 1556384"/>
                <a:gd name="connsiteY47" fmla="*/ 290513 h 410527"/>
                <a:gd name="connsiteX48" fmla="*/ 487680 w 1556384"/>
                <a:gd name="connsiteY48" fmla="*/ 290513 h 410527"/>
                <a:gd name="connsiteX49" fmla="*/ 458153 w 1556384"/>
                <a:gd name="connsiteY49" fmla="*/ 261938 h 410527"/>
                <a:gd name="connsiteX50" fmla="*/ 421958 w 1556384"/>
                <a:gd name="connsiteY50" fmla="*/ 314325 h 410527"/>
                <a:gd name="connsiteX51" fmla="*/ 421958 w 1556384"/>
                <a:gd name="connsiteY51" fmla="*/ 320040 h 410527"/>
                <a:gd name="connsiteX52" fmla="*/ 458153 w 1556384"/>
                <a:gd name="connsiteY52" fmla="*/ 372428 h 410527"/>
                <a:gd name="connsiteX53" fmla="*/ 490538 w 1556384"/>
                <a:gd name="connsiteY53" fmla="*/ 340042 h 410527"/>
                <a:gd name="connsiteX54" fmla="*/ 536258 w 1556384"/>
                <a:gd name="connsiteY54" fmla="*/ 340042 h 410527"/>
                <a:gd name="connsiteX55" fmla="*/ 457200 w 1556384"/>
                <a:gd name="connsiteY55" fmla="*/ 410528 h 410527"/>
                <a:gd name="connsiteX56" fmla="*/ 644843 w 1556384"/>
                <a:gd name="connsiteY56" fmla="*/ 410528 h 410527"/>
                <a:gd name="connsiteX57" fmla="*/ 558165 w 1556384"/>
                <a:gd name="connsiteY57" fmla="*/ 320040 h 410527"/>
                <a:gd name="connsiteX58" fmla="*/ 558165 w 1556384"/>
                <a:gd name="connsiteY58" fmla="*/ 316230 h 410527"/>
                <a:gd name="connsiteX59" fmla="*/ 643890 w 1556384"/>
                <a:gd name="connsiteY59" fmla="*/ 222885 h 410527"/>
                <a:gd name="connsiteX60" fmla="*/ 725805 w 1556384"/>
                <a:gd name="connsiteY60" fmla="*/ 307657 h 410527"/>
                <a:gd name="connsiteX61" fmla="*/ 725805 w 1556384"/>
                <a:gd name="connsiteY61" fmla="*/ 329565 h 410527"/>
                <a:gd name="connsiteX62" fmla="*/ 609600 w 1556384"/>
                <a:gd name="connsiteY62" fmla="*/ 329565 h 410527"/>
                <a:gd name="connsiteX63" fmla="*/ 646747 w 1556384"/>
                <a:gd name="connsiteY63" fmla="*/ 374332 h 410527"/>
                <a:gd name="connsiteX64" fmla="*/ 680085 w 1556384"/>
                <a:gd name="connsiteY64" fmla="*/ 351472 h 410527"/>
                <a:gd name="connsiteX65" fmla="*/ 726758 w 1556384"/>
                <a:gd name="connsiteY65" fmla="*/ 351472 h 410527"/>
                <a:gd name="connsiteX66" fmla="*/ 644843 w 1556384"/>
                <a:gd name="connsiteY66" fmla="*/ 410528 h 410527"/>
                <a:gd name="connsiteX67" fmla="*/ 609600 w 1556384"/>
                <a:gd name="connsiteY67" fmla="*/ 296228 h 410527"/>
                <a:gd name="connsiteX68" fmla="*/ 677228 w 1556384"/>
                <a:gd name="connsiteY68" fmla="*/ 296228 h 410527"/>
                <a:gd name="connsiteX69" fmla="*/ 643890 w 1556384"/>
                <a:gd name="connsiteY69" fmla="*/ 258128 h 410527"/>
                <a:gd name="connsiteX70" fmla="*/ 609600 w 1556384"/>
                <a:gd name="connsiteY70" fmla="*/ 296228 h 410527"/>
                <a:gd name="connsiteX71" fmla="*/ 756285 w 1556384"/>
                <a:gd name="connsiteY71" fmla="*/ 227647 h 410527"/>
                <a:gd name="connsiteX72" fmla="*/ 806768 w 1556384"/>
                <a:gd name="connsiteY72" fmla="*/ 227647 h 410527"/>
                <a:gd name="connsiteX73" fmla="*/ 806768 w 1556384"/>
                <a:gd name="connsiteY73" fmla="*/ 254317 h 410527"/>
                <a:gd name="connsiteX74" fmla="*/ 861060 w 1556384"/>
                <a:gd name="connsiteY74" fmla="*/ 223838 h 410527"/>
                <a:gd name="connsiteX75" fmla="*/ 915353 w 1556384"/>
                <a:gd name="connsiteY75" fmla="*/ 286703 h 410527"/>
                <a:gd name="connsiteX76" fmla="*/ 915353 w 1556384"/>
                <a:gd name="connsiteY76" fmla="*/ 406717 h 410527"/>
                <a:gd name="connsiteX77" fmla="*/ 864870 w 1556384"/>
                <a:gd name="connsiteY77" fmla="*/ 406717 h 410527"/>
                <a:gd name="connsiteX78" fmla="*/ 864870 w 1556384"/>
                <a:gd name="connsiteY78" fmla="*/ 294322 h 410527"/>
                <a:gd name="connsiteX79" fmla="*/ 838200 w 1556384"/>
                <a:gd name="connsiteY79" fmla="*/ 263842 h 410527"/>
                <a:gd name="connsiteX80" fmla="*/ 806768 w 1556384"/>
                <a:gd name="connsiteY80" fmla="*/ 297180 h 410527"/>
                <a:gd name="connsiteX81" fmla="*/ 806768 w 1556384"/>
                <a:gd name="connsiteY81" fmla="*/ 406717 h 410527"/>
                <a:gd name="connsiteX82" fmla="*/ 756285 w 1556384"/>
                <a:gd name="connsiteY82" fmla="*/ 406717 h 410527"/>
                <a:gd name="connsiteX83" fmla="*/ 756285 w 1556384"/>
                <a:gd name="connsiteY83" fmla="*/ 227647 h 410527"/>
                <a:gd name="connsiteX84" fmla="*/ 1007745 w 1556384"/>
                <a:gd name="connsiteY84" fmla="*/ 173355 h 410527"/>
                <a:gd name="connsiteX85" fmla="*/ 1007745 w 1556384"/>
                <a:gd name="connsiteY85" fmla="*/ 227647 h 410527"/>
                <a:gd name="connsiteX86" fmla="*/ 1042035 w 1556384"/>
                <a:gd name="connsiteY86" fmla="*/ 227647 h 410527"/>
                <a:gd name="connsiteX87" fmla="*/ 1042035 w 1556384"/>
                <a:gd name="connsiteY87" fmla="*/ 264795 h 410527"/>
                <a:gd name="connsiteX88" fmla="*/ 1007745 w 1556384"/>
                <a:gd name="connsiteY88" fmla="*/ 264795 h 410527"/>
                <a:gd name="connsiteX89" fmla="*/ 1007745 w 1556384"/>
                <a:gd name="connsiteY89" fmla="*/ 349567 h 410527"/>
                <a:gd name="connsiteX90" fmla="*/ 1025843 w 1556384"/>
                <a:gd name="connsiteY90" fmla="*/ 369570 h 410527"/>
                <a:gd name="connsiteX91" fmla="*/ 1042988 w 1556384"/>
                <a:gd name="connsiteY91" fmla="*/ 366713 h 410527"/>
                <a:gd name="connsiteX92" fmla="*/ 1042988 w 1556384"/>
                <a:gd name="connsiteY92" fmla="*/ 405765 h 410527"/>
                <a:gd name="connsiteX93" fmla="*/ 1014413 w 1556384"/>
                <a:gd name="connsiteY93" fmla="*/ 409575 h 410527"/>
                <a:gd name="connsiteX94" fmla="*/ 957263 w 1556384"/>
                <a:gd name="connsiteY94" fmla="*/ 355282 h 410527"/>
                <a:gd name="connsiteX95" fmla="*/ 957263 w 1556384"/>
                <a:gd name="connsiteY95" fmla="*/ 264795 h 410527"/>
                <a:gd name="connsiteX96" fmla="*/ 936308 w 1556384"/>
                <a:gd name="connsiteY96" fmla="*/ 264795 h 410527"/>
                <a:gd name="connsiteX97" fmla="*/ 936308 w 1556384"/>
                <a:gd name="connsiteY97" fmla="*/ 227647 h 410527"/>
                <a:gd name="connsiteX98" fmla="*/ 957263 w 1556384"/>
                <a:gd name="connsiteY98" fmla="*/ 227647 h 410527"/>
                <a:gd name="connsiteX99" fmla="*/ 957263 w 1556384"/>
                <a:gd name="connsiteY99" fmla="*/ 194310 h 410527"/>
                <a:gd name="connsiteX100" fmla="*/ 1007745 w 1556384"/>
                <a:gd name="connsiteY100" fmla="*/ 173355 h 410527"/>
                <a:gd name="connsiteX101" fmla="*/ 1230630 w 1556384"/>
                <a:gd name="connsiteY101" fmla="*/ 406717 h 410527"/>
                <a:gd name="connsiteX102" fmla="*/ 1180148 w 1556384"/>
                <a:gd name="connsiteY102" fmla="*/ 406717 h 410527"/>
                <a:gd name="connsiteX103" fmla="*/ 1180148 w 1556384"/>
                <a:gd name="connsiteY103" fmla="*/ 380047 h 410527"/>
                <a:gd name="connsiteX104" fmla="*/ 1127760 w 1556384"/>
                <a:gd name="connsiteY104" fmla="*/ 410528 h 410527"/>
                <a:gd name="connsiteX105" fmla="*/ 1071563 w 1556384"/>
                <a:gd name="connsiteY105" fmla="*/ 348615 h 410527"/>
                <a:gd name="connsiteX106" fmla="*/ 1071563 w 1556384"/>
                <a:gd name="connsiteY106" fmla="*/ 227647 h 410527"/>
                <a:gd name="connsiteX107" fmla="*/ 1122045 w 1556384"/>
                <a:gd name="connsiteY107" fmla="*/ 227647 h 410527"/>
                <a:gd name="connsiteX108" fmla="*/ 1122045 w 1556384"/>
                <a:gd name="connsiteY108" fmla="*/ 341947 h 410527"/>
                <a:gd name="connsiteX109" fmla="*/ 1147763 w 1556384"/>
                <a:gd name="connsiteY109" fmla="*/ 372428 h 410527"/>
                <a:gd name="connsiteX110" fmla="*/ 1179195 w 1556384"/>
                <a:gd name="connsiteY110" fmla="*/ 339090 h 410527"/>
                <a:gd name="connsiteX111" fmla="*/ 1179195 w 1556384"/>
                <a:gd name="connsiteY111" fmla="*/ 228600 h 410527"/>
                <a:gd name="connsiteX112" fmla="*/ 1229678 w 1556384"/>
                <a:gd name="connsiteY112" fmla="*/ 228600 h 410527"/>
                <a:gd name="connsiteX113" fmla="*/ 1229678 w 1556384"/>
                <a:gd name="connsiteY113" fmla="*/ 406717 h 410527"/>
                <a:gd name="connsiteX114" fmla="*/ 1267778 w 1556384"/>
                <a:gd name="connsiteY114" fmla="*/ 227647 h 410527"/>
                <a:gd name="connsiteX115" fmla="*/ 1318260 w 1556384"/>
                <a:gd name="connsiteY115" fmla="*/ 227647 h 410527"/>
                <a:gd name="connsiteX116" fmla="*/ 1318260 w 1556384"/>
                <a:gd name="connsiteY116" fmla="*/ 260985 h 410527"/>
                <a:gd name="connsiteX117" fmla="*/ 1372553 w 1556384"/>
                <a:gd name="connsiteY117" fmla="*/ 225742 h 410527"/>
                <a:gd name="connsiteX118" fmla="*/ 1372553 w 1556384"/>
                <a:gd name="connsiteY118" fmla="*/ 275272 h 410527"/>
                <a:gd name="connsiteX119" fmla="*/ 1318260 w 1556384"/>
                <a:gd name="connsiteY119" fmla="*/ 315278 h 410527"/>
                <a:gd name="connsiteX120" fmla="*/ 1318260 w 1556384"/>
                <a:gd name="connsiteY120" fmla="*/ 407670 h 410527"/>
                <a:gd name="connsiteX121" fmla="*/ 1267778 w 1556384"/>
                <a:gd name="connsiteY121" fmla="*/ 407670 h 410527"/>
                <a:gd name="connsiteX122" fmla="*/ 1267778 w 1556384"/>
                <a:gd name="connsiteY122" fmla="*/ 227647 h 410527"/>
                <a:gd name="connsiteX123" fmla="*/ 1474470 w 1556384"/>
                <a:gd name="connsiteY123" fmla="*/ 410528 h 410527"/>
                <a:gd name="connsiteX124" fmla="*/ 1387793 w 1556384"/>
                <a:gd name="connsiteY124" fmla="*/ 320040 h 410527"/>
                <a:gd name="connsiteX125" fmla="*/ 1387793 w 1556384"/>
                <a:gd name="connsiteY125" fmla="*/ 316230 h 410527"/>
                <a:gd name="connsiteX126" fmla="*/ 1473518 w 1556384"/>
                <a:gd name="connsiteY126" fmla="*/ 222885 h 410527"/>
                <a:gd name="connsiteX127" fmla="*/ 1555433 w 1556384"/>
                <a:gd name="connsiteY127" fmla="*/ 307657 h 410527"/>
                <a:gd name="connsiteX128" fmla="*/ 1555433 w 1556384"/>
                <a:gd name="connsiteY128" fmla="*/ 329565 h 410527"/>
                <a:gd name="connsiteX129" fmla="*/ 1439228 w 1556384"/>
                <a:gd name="connsiteY129" fmla="*/ 329565 h 410527"/>
                <a:gd name="connsiteX130" fmla="*/ 1476375 w 1556384"/>
                <a:gd name="connsiteY130" fmla="*/ 374332 h 410527"/>
                <a:gd name="connsiteX131" fmla="*/ 1509713 w 1556384"/>
                <a:gd name="connsiteY131" fmla="*/ 351472 h 410527"/>
                <a:gd name="connsiteX132" fmla="*/ 1556385 w 1556384"/>
                <a:gd name="connsiteY132" fmla="*/ 351472 h 410527"/>
                <a:gd name="connsiteX133" fmla="*/ 1474470 w 1556384"/>
                <a:gd name="connsiteY133" fmla="*/ 410528 h 410527"/>
                <a:gd name="connsiteX134" fmla="*/ 1438275 w 1556384"/>
                <a:gd name="connsiteY134" fmla="*/ 296228 h 410527"/>
                <a:gd name="connsiteX135" fmla="*/ 1505903 w 1556384"/>
                <a:gd name="connsiteY135" fmla="*/ 296228 h 410527"/>
                <a:gd name="connsiteX136" fmla="*/ 1472565 w 1556384"/>
                <a:gd name="connsiteY136" fmla="*/ 258128 h 410527"/>
                <a:gd name="connsiteX137" fmla="*/ 1438275 w 1556384"/>
                <a:gd name="connsiteY137" fmla="*/ 296228 h 41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1556384" h="410527">
                  <a:moveTo>
                    <a:pt x="905828" y="115253"/>
                  </a:moveTo>
                  <a:lnTo>
                    <a:pt x="995363" y="81915"/>
                  </a:lnTo>
                  <a:lnTo>
                    <a:pt x="905828" y="46672"/>
                  </a:lnTo>
                  <a:lnTo>
                    <a:pt x="905828" y="0"/>
                  </a:lnTo>
                  <a:lnTo>
                    <a:pt x="1059180" y="61913"/>
                  </a:lnTo>
                  <a:lnTo>
                    <a:pt x="1059180" y="100013"/>
                  </a:lnTo>
                  <a:lnTo>
                    <a:pt x="905828" y="161925"/>
                  </a:lnTo>
                  <a:lnTo>
                    <a:pt x="905828" y="115253"/>
                  </a:lnTo>
                  <a:close/>
                  <a:moveTo>
                    <a:pt x="59055" y="410528"/>
                  </a:moveTo>
                  <a:cubicBezTo>
                    <a:pt x="26670" y="410528"/>
                    <a:pt x="0" y="394335"/>
                    <a:pt x="0" y="358140"/>
                  </a:cubicBezTo>
                  <a:lnTo>
                    <a:pt x="0" y="356235"/>
                  </a:lnTo>
                  <a:cubicBezTo>
                    <a:pt x="0" y="312420"/>
                    <a:pt x="38100" y="297180"/>
                    <a:pt x="84772" y="297180"/>
                  </a:cubicBezTo>
                  <a:lnTo>
                    <a:pt x="106680" y="297180"/>
                  </a:lnTo>
                  <a:lnTo>
                    <a:pt x="106680" y="288607"/>
                  </a:lnTo>
                  <a:cubicBezTo>
                    <a:pt x="106680" y="270510"/>
                    <a:pt x="99060" y="260032"/>
                    <a:pt x="80010" y="260032"/>
                  </a:cubicBezTo>
                  <a:cubicBezTo>
                    <a:pt x="62865" y="260032"/>
                    <a:pt x="54293" y="269557"/>
                    <a:pt x="53340" y="282892"/>
                  </a:cubicBezTo>
                  <a:lnTo>
                    <a:pt x="5715" y="282892"/>
                  </a:lnTo>
                  <a:cubicBezTo>
                    <a:pt x="9525" y="242888"/>
                    <a:pt x="40958" y="223838"/>
                    <a:pt x="82868" y="223838"/>
                  </a:cubicBezTo>
                  <a:cubicBezTo>
                    <a:pt x="125730" y="223838"/>
                    <a:pt x="157163" y="241935"/>
                    <a:pt x="157163" y="286703"/>
                  </a:cubicBezTo>
                  <a:lnTo>
                    <a:pt x="157163" y="406717"/>
                  </a:lnTo>
                  <a:lnTo>
                    <a:pt x="108585" y="406717"/>
                  </a:lnTo>
                  <a:lnTo>
                    <a:pt x="108585" y="385763"/>
                  </a:lnTo>
                  <a:cubicBezTo>
                    <a:pt x="99060" y="399097"/>
                    <a:pt x="82868" y="410528"/>
                    <a:pt x="59055" y="410528"/>
                  </a:cubicBezTo>
                  <a:close/>
                  <a:moveTo>
                    <a:pt x="106680" y="346710"/>
                  </a:moveTo>
                  <a:lnTo>
                    <a:pt x="106680" y="329565"/>
                  </a:lnTo>
                  <a:lnTo>
                    <a:pt x="86678" y="329565"/>
                  </a:lnTo>
                  <a:cubicBezTo>
                    <a:pt x="61913" y="329565"/>
                    <a:pt x="49530" y="336232"/>
                    <a:pt x="49530" y="352425"/>
                  </a:cubicBezTo>
                  <a:lnTo>
                    <a:pt x="49530" y="354330"/>
                  </a:lnTo>
                  <a:cubicBezTo>
                    <a:pt x="49530" y="366713"/>
                    <a:pt x="57150" y="375285"/>
                    <a:pt x="74295" y="375285"/>
                  </a:cubicBezTo>
                  <a:cubicBezTo>
                    <a:pt x="91440" y="375285"/>
                    <a:pt x="106680" y="365760"/>
                    <a:pt x="106680" y="346710"/>
                  </a:cubicBezTo>
                  <a:close/>
                  <a:moveTo>
                    <a:pt x="270510" y="410528"/>
                  </a:moveTo>
                  <a:cubicBezTo>
                    <a:pt x="220980" y="410528"/>
                    <a:pt x="184785" y="380047"/>
                    <a:pt x="184785" y="319088"/>
                  </a:cubicBezTo>
                  <a:lnTo>
                    <a:pt x="184785" y="316230"/>
                  </a:lnTo>
                  <a:cubicBezTo>
                    <a:pt x="184785" y="255270"/>
                    <a:pt x="222885" y="222885"/>
                    <a:pt x="270510" y="222885"/>
                  </a:cubicBezTo>
                  <a:cubicBezTo>
                    <a:pt x="311468" y="222885"/>
                    <a:pt x="344805" y="243840"/>
                    <a:pt x="348615" y="290513"/>
                  </a:cubicBezTo>
                  <a:lnTo>
                    <a:pt x="300990" y="290513"/>
                  </a:lnTo>
                  <a:cubicBezTo>
                    <a:pt x="298133" y="273367"/>
                    <a:pt x="288608" y="261938"/>
                    <a:pt x="271463" y="261938"/>
                  </a:cubicBezTo>
                  <a:cubicBezTo>
                    <a:pt x="250508" y="261938"/>
                    <a:pt x="235268" y="279082"/>
                    <a:pt x="235268" y="314325"/>
                  </a:cubicBezTo>
                  <a:lnTo>
                    <a:pt x="235268" y="320040"/>
                  </a:lnTo>
                  <a:cubicBezTo>
                    <a:pt x="235268" y="356235"/>
                    <a:pt x="248603" y="372428"/>
                    <a:pt x="271463" y="372428"/>
                  </a:cubicBezTo>
                  <a:cubicBezTo>
                    <a:pt x="288608" y="372428"/>
                    <a:pt x="300990" y="360045"/>
                    <a:pt x="303847" y="340042"/>
                  </a:cubicBezTo>
                  <a:lnTo>
                    <a:pt x="349568" y="340042"/>
                  </a:lnTo>
                  <a:cubicBezTo>
                    <a:pt x="346710" y="381000"/>
                    <a:pt x="319088" y="410528"/>
                    <a:pt x="270510" y="410528"/>
                  </a:cubicBezTo>
                  <a:close/>
                  <a:moveTo>
                    <a:pt x="457200" y="410528"/>
                  </a:moveTo>
                  <a:cubicBezTo>
                    <a:pt x="407670" y="410528"/>
                    <a:pt x="371475" y="380047"/>
                    <a:pt x="371475" y="319088"/>
                  </a:cubicBezTo>
                  <a:lnTo>
                    <a:pt x="371475" y="316230"/>
                  </a:lnTo>
                  <a:cubicBezTo>
                    <a:pt x="371475" y="255270"/>
                    <a:pt x="409575" y="222885"/>
                    <a:pt x="457200" y="222885"/>
                  </a:cubicBezTo>
                  <a:cubicBezTo>
                    <a:pt x="498158" y="222885"/>
                    <a:pt x="531495" y="243840"/>
                    <a:pt x="535305" y="290513"/>
                  </a:cubicBezTo>
                  <a:lnTo>
                    <a:pt x="487680" y="290513"/>
                  </a:lnTo>
                  <a:cubicBezTo>
                    <a:pt x="484822" y="273367"/>
                    <a:pt x="475297" y="261938"/>
                    <a:pt x="458153" y="261938"/>
                  </a:cubicBezTo>
                  <a:cubicBezTo>
                    <a:pt x="437197" y="261938"/>
                    <a:pt x="421958" y="279082"/>
                    <a:pt x="421958" y="314325"/>
                  </a:cubicBezTo>
                  <a:lnTo>
                    <a:pt x="421958" y="320040"/>
                  </a:lnTo>
                  <a:cubicBezTo>
                    <a:pt x="421958" y="356235"/>
                    <a:pt x="435293" y="372428"/>
                    <a:pt x="458153" y="372428"/>
                  </a:cubicBezTo>
                  <a:cubicBezTo>
                    <a:pt x="475297" y="372428"/>
                    <a:pt x="487680" y="360045"/>
                    <a:pt x="490538" y="340042"/>
                  </a:cubicBezTo>
                  <a:lnTo>
                    <a:pt x="536258" y="340042"/>
                  </a:lnTo>
                  <a:cubicBezTo>
                    <a:pt x="533400" y="381000"/>
                    <a:pt x="505778" y="410528"/>
                    <a:pt x="457200" y="410528"/>
                  </a:cubicBezTo>
                  <a:close/>
                  <a:moveTo>
                    <a:pt x="644843" y="410528"/>
                  </a:moveTo>
                  <a:cubicBezTo>
                    <a:pt x="593408" y="410528"/>
                    <a:pt x="558165" y="380047"/>
                    <a:pt x="558165" y="320040"/>
                  </a:cubicBezTo>
                  <a:lnTo>
                    <a:pt x="558165" y="316230"/>
                  </a:lnTo>
                  <a:cubicBezTo>
                    <a:pt x="558165" y="256222"/>
                    <a:pt x="595313" y="222885"/>
                    <a:pt x="643890" y="222885"/>
                  </a:cubicBezTo>
                  <a:cubicBezTo>
                    <a:pt x="688658" y="222885"/>
                    <a:pt x="725805" y="247650"/>
                    <a:pt x="725805" y="307657"/>
                  </a:cubicBezTo>
                  <a:lnTo>
                    <a:pt x="725805" y="329565"/>
                  </a:lnTo>
                  <a:lnTo>
                    <a:pt x="609600" y="329565"/>
                  </a:lnTo>
                  <a:cubicBezTo>
                    <a:pt x="611505" y="361950"/>
                    <a:pt x="625793" y="374332"/>
                    <a:pt x="646747" y="374332"/>
                  </a:cubicBezTo>
                  <a:cubicBezTo>
                    <a:pt x="665797" y="374332"/>
                    <a:pt x="676275" y="363855"/>
                    <a:pt x="680085" y="351472"/>
                  </a:cubicBezTo>
                  <a:lnTo>
                    <a:pt x="726758" y="351472"/>
                  </a:lnTo>
                  <a:cubicBezTo>
                    <a:pt x="720090" y="384810"/>
                    <a:pt x="692468" y="410528"/>
                    <a:pt x="644843" y="410528"/>
                  </a:cubicBezTo>
                  <a:close/>
                  <a:moveTo>
                    <a:pt x="609600" y="296228"/>
                  </a:moveTo>
                  <a:lnTo>
                    <a:pt x="677228" y="296228"/>
                  </a:lnTo>
                  <a:cubicBezTo>
                    <a:pt x="676275" y="269557"/>
                    <a:pt x="663893" y="258128"/>
                    <a:pt x="643890" y="258128"/>
                  </a:cubicBezTo>
                  <a:cubicBezTo>
                    <a:pt x="627697" y="259080"/>
                    <a:pt x="613410" y="267653"/>
                    <a:pt x="609600" y="296228"/>
                  </a:cubicBezTo>
                  <a:close/>
                  <a:moveTo>
                    <a:pt x="756285" y="227647"/>
                  </a:moveTo>
                  <a:lnTo>
                    <a:pt x="806768" y="227647"/>
                  </a:lnTo>
                  <a:lnTo>
                    <a:pt x="806768" y="254317"/>
                  </a:lnTo>
                  <a:cubicBezTo>
                    <a:pt x="815340" y="237172"/>
                    <a:pt x="833438" y="223838"/>
                    <a:pt x="861060" y="223838"/>
                  </a:cubicBezTo>
                  <a:cubicBezTo>
                    <a:pt x="893445" y="223838"/>
                    <a:pt x="915353" y="243840"/>
                    <a:pt x="915353" y="286703"/>
                  </a:cubicBezTo>
                  <a:lnTo>
                    <a:pt x="915353" y="406717"/>
                  </a:lnTo>
                  <a:lnTo>
                    <a:pt x="864870" y="406717"/>
                  </a:lnTo>
                  <a:lnTo>
                    <a:pt x="864870" y="294322"/>
                  </a:lnTo>
                  <a:cubicBezTo>
                    <a:pt x="864870" y="273367"/>
                    <a:pt x="856297" y="263842"/>
                    <a:pt x="838200" y="263842"/>
                  </a:cubicBezTo>
                  <a:cubicBezTo>
                    <a:pt x="821055" y="263842"/>
                    <a:pt x="806768" y="274320"/>
                    <a:pt x="806768" y="297180"/>
                  </a:cubicBezTo>
                  <a:lnTo>
                    <a:pt x="806768" y="406717"/>
                  </a:lnTo>
                  <a:lnTo>
                    <a:pt x="756285" y="406717"/>
                  </a:lnTo>
                  <a:lnTo>
                    <a:pt x="756285" y="227647"/>
                  </a:lnTo>
                  <a:close/>
                  <a:moveTo>
                    <a:pt x="1007745" y="173355"/>
                  </a:moveTo>
                  <a:lnTo>
                    <a:pt x="1007745" y="227647"/>
                  </a:lnTo>
                  <a:lnTo>
                    <a:pt x="1042035" y="227647"/>
                  </a:lnTo>
                  <a:lnTo>
                    <a:pt x="1042035" y="264795"/>
                  </a:lnTo>
                  <a:lnTo>
                    <a:pt x="1007745" y="264795"/>
                  </a:lnTo>
                  <a:lnTo>
                    <a:pt x="1007745" y="349567"/>
                  </a:lnTo>
                  <a:cubicBezTo>
                    <a:pt x="1007745" y="362903"/>
                    <a:pt x="1013460" y="369570"/>
                    <a:pt x="1025843" y="369570"/>
                  </a:cubicBezTo>
                  <a:cubicBezTo>
                    <a:pt x="1033463" y="369570"/>
                    <a:pt x="1038225" y="368617"/>
                    <a:pt x="1042988" y="366713"/>
                  </a:cubicBezTo>
                  <a:lnTo>
                    <a:pt x="1042988" y="405765"/>
                  </a:lnTo>
                  <a:cubicBezTo>
                    <a:pt x="1037272" y="407670"/>
                    <a:pt x="1026795" y="409575"/>
                    <a:pt x="1014413" y="409575"/>
                  </a:cubicBezTo>
                  <a:cubicBezTo>
                    <a:pt x="975360" y="409575"/>
                    <a:pt x="957263" y="391478"/>
                    <a:pt x="957263" y="355282"/>
                  </a:cubicBezTo>
                  <a:lnTo>
                    <a:pt x="957263" y="264795"/>
                  </a:lnTo>
                  <a:lnTo>
                    <a:pt x="936308" y="264795"/>
                  </a:lnTo>
                  <a:lnTo>
                    <a:pt x="936308" y="227647"/>
                  </a:lnTo>
                  <a:lnTo>
                    <a:pt x="957263" y="227647"/>
                  </a:lnTo>
                  <a:lnTo>
                    <a:pt x="957263" y="194310"/>
                  </a:lnTo>
                  <a:lnTo>
                    <a:pt x="1007745" y="173355"/>
                  </a:lnTo>
                  <a:close/>
                  <a:moveTo>
                    <a:pt x="1230630" y="406717"/>
                  </a:moveTo>
                  <a:lnTo>
                    <a:pt x="1180148" y="406717"/>
                  </a:lnTo>
                  <a:lnTo>
                    <a:pt x="1180148" y="380047"/>
                  </a:lnTo>
                  <a:cubicBezTo>
                    <a:pt x="1171575" y="397192"/>
                    <a:pt x="1154430" y="410528"/>
                    <a:pt x="1127760" y="410528"/>
                  </a:cubicBezTo>
                  <a:cubicBezTo>
                    <a:pt x="1095375" y="410528"/>
                    <a:pt x="1071563" y="390525"/>
                    <a:pt x="1071563" y="348615"/>
                  </a:cubicBezTo>
                  <a:lnTo>
                    <a:pt x="1071563" y="227647"/>
                  </a:lnTo>
                  <a:lnTo>
                    <a:pt x="1122045" y="227647"/>
                  </a:lnTo>
                  <a:lnTo>
                    <a:pt x="1122045" y="341947"/>
                  </a:lnTo>
                  <a:cubicBezTo>
                    <a:pt x="1122045" y="362903"/>
                    <a:pt x="1130618" y="372428"/>
                    <a:pt x="1147763" y="372428"/>
                  </a:cubicBezTo>
                  <a:cubicBezTo>
                    <a:pt x="1164908" y="372428"/>
                    <a:pt x="1179195" y="360997"/>
                    <a:pt x="1179195" y="339090"/>
                  </a:cubicBezTo>
                  <a:lnTo>
                    <a:pt x="1179195" y="228600"/>
                  </a:lnTo>
                  <a:lnTo>
                    <a:pt x="1229678" y="228600"/>
                  </a:lnTo>
                  <a:lnTo>
                    <a:pt x="1229678" y="406717"/>
                  </a:lnTo>
                  <a:close/>
                  <a:moveTo>
                    <a:pt x="1267778" y="227647"/>
                  </a:moveTo>
                  <a:lnTo>
                    <a:pt x="1318260" y="227647"/>
                  </a:lnTo>
                  <a:lnTo>
                    <a:pt x="1318260" y="260985"/>
                  </a:lnTo>
                  <a:cubicBezTo>
                    <a:pt x="1328738" y="237172"/>
                    <a:pt x="1345883" y="225742"/>
                    <a:pt x="1372553" y="225742"/>
                  </a:cubicBezTo>
                  <a:lnTo>
                    <a:pt x="1372553" y="275272"/>
                  </a:lnTo>
                  <a:cubicBezTo>
                    <a:pt x="1338263" y="275272"/>
                    <a:pt x="1318260" y="285750"/>
                    <a:pt x="1318260" y="315278"/>
                  </a:cubicBezTo>
                  <a:lnTo>
                    <a:pt x="1318260" y="407670"/>
                  </a:lnTo>
                  <a:lnTo>
                    <a:pt x="1267778" y="407670"/>
                  </a:lnTo>
                  <a:lnTo>
                    <a:pt x="1267778" y="227647"/>
                  </a:lnTo>
                  <a:close/>
                  <a:moveTo>
                    <a:pt x="1474470" y="410528"/>
                  </a:moveTo>
                  <a:cubicBezTo>
                    <a:pt x="1423035" y="410528"/>
                    <a:pt x="1387793" y="380047"/>
                    <a:pt x="1387793" y="320040"/>
                  </a:cubicBezTo>
                  <a:lnTo>
                    <a:pt x="1387793" y="316230"/>
                  </a:lnTo>
                  <a:cubicBezTo>
                    <a:pt x="1387793" y="256222"/>
                    <a:pt x="1424940" y="222885"/>
                    <a:pt x="1473518" y="222885"/>
                  </a:cubicBezTo>
                  <a:cubicBezTo>
                    <a:pt x="1518285" y="222885"/>
                    <a:pt x="1555433" y="247650"/>
                    <a:pt x="1555433" y="307657"/>
                  </a:cubicBezTo>
                  <a:lnTo>
                    <a:pt x="1555433" y="329565"/>
                  </a:lnTo>
                  <a:lnTo>
                    <a:pt x="1439228" y="329565"/>
                  </a:lnTo>
                  <a:cubicBezTo>
                    <a:pt x="1441133" y="361950"/>
                    <a:pt x="1455420" y="374332"/>
                    <a:pt x="1476375" y="374332"/>
                  </a:cubicBezTo>
                  <a:cubicBezTo>
                    <a:pt x="1495425" y="374332"/>
                    <a:pt x="1505903" y="363855"/>
                    <a:pt x="1509713" y="351472"/>
                  </a:cubicBezTo>
                  <a:lnTo>
                    <a:pt x="1556385" y="351472"/>
                  </a:lnTo>
                  <a:cubicBezTo>
                    <a:pt x="1548765" y="384810"/>
                    <a:pt x="1521143" y="410528"/>
                    <a:pt x="1474470" y="410528"/>
                  </a:cubicBezTo>
                  <a:close/>
                  <a:moveTo>
                    <a:pt x="1438275" y="296228"/>
                  </a:moveTo>
                  <a:lnTo>
                    <a:pt x="1505903" y="296228"/>
                  </a:lnTo>
                  <a:cubicBezTo>
                    <a:pt x="1504950" y="269557"/>
                    <a:pt x="1492568" y="258128"/>
                    <a:pt x="1472565" y="258128"/>
                  </a:cubicBezTo>
                  <a:cubicBezTo>
                    <a:pt x="1457325" y="259080"/>
                    <a:pt x="1443038" y="267653"/>
                    <a:pt x="1438275" y="29622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/>
            </a:p>
          </p:txBody>
        </p:sp>
        <p:cxnSp>
          <p:nvCxnSpPr>
            <p:cNvPr id="27" name="Gerader Verbinder 13">
              <a:extLst>
                <a:ext uri="{FF2B5EF4-FFF2-40B4-BE49-F238E27FC236}">
                  <a16:creationId xmlns:a16="http://schemas.microsoft.com/office/drawing/2014/main" id="{159BBF55-B64C-A0FA-8ACA-5B9C9455BC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2730" y="6534028"/>
              <a:ext cx="0" cy="205046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2" descr="Helaba - Wikiwand">
            <a:extLst>
              <a:ext uri="{FF2B5EF4-FFF2-40B4-BE49-F238E27FC236}">
                <a16:creationId xmlns:a16="http://schemas.microsoft.com/office/drawing/2014/main" id="{83D3BBDC-1401-7B1A-697E-0C4C1751D5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3186" y="6601324"/>
            <a:ext cx="582071" cy="12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53790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 rtl="0">
              <a:defRPr lang="en-US" sz="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56571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1" r:id="rId12"/>
    <p:sldLayoutId id="2147484092" r:id="rId13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Tx/>
        <a:buNone/>
        <a:defRPr sz="20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177800" indent="-177800" algn="l" defTabSz="2286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6213" algn="l" defTabSz="2286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1338" indent="-182563" algn="l" defTabSz="2286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3" indent="-174625" algn="l" defTabSz="2286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952">
          <p15:clr>
            <a:srgbClr val="C35EA4"/>
          </p15:clr>
        </p15:guide>
        <p15:guide id="3" pos="234">
          <p15:clr>
            <a:srgbClr val="C35EA4"/>
          </p15:clr>
        </p15:guide>
        <p15:guide id="4" pos="7441">
          <p15:clr>
            <a:srgbClr val="C35EA4"/>
          </p15:clr>
        </p15:guide>
        <p15:guide id="6" pos="3840">
          <p15:clr>
            <a:srgbClr val="F26B43"/>
          </p15:clr>
        </p15:guide>
        <p15:guide id="7" orient="horz" pos="861">
          <p15:clr>
            <a:srgbClr val="C35EA4"/>
          </p15:clr>
        </p15:guide>
        <p15:guide id="8" orient="horz" pos="794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CADBD0C-B2F0-45C8-80A3-6D0AD7B1E6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930558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CADBD0C-B2F0-45C8-80A3-6D0AD7B1E6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2F373-83EB-48AE-AE5E-8B1C49720529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600" b="0" i="0" baseline="0">
              <a:latin typeface="Graphik Black" panose="020B0A03030202060203" pitchFamily="34" charset="0"/>
              <a:cs typeface="Arial" panose="020B0604020202020204" pitchFamily="34" charset="0"/>
              <a:sym typeface="Graphik Black" panose="020B0A03030202060203" pitchFamily="34" charset="0"/>
            </a:endParaRPr>
          </a:p>
        </p:txBody>
      </p:sp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8DF43ADC-0834-4E2D-A84B-1EF38B59EB45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</a:t>
            </a:r>
            <a:fld id="{07F133E0-B4B6-47F2-A4CC-A88531939007}" type="datetimeyyyy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Accenture. All rights reserved.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7479CC7-2DA4-45D0-A9AC-C645D6FEC15D}"/>
              </a:ext>
            </a:extLst>
          </p:cNvPr>
          <p:cNvCxnSpPr/>
          <p:nvPr userDrawn="1"/>
        </p:nvCxnSpPr>
        <p:spPr>
          <a:xfrm>
            <a:off x="-252640" y="1673414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5C5117-EADE-4CC7-AC01-C0944597321F}"/>
              </a:ext>
            </a:extLst>
          </p:cNvPr>
          <p:cNvCxnSpPr/>
          <p:nvPr userDrawn="1"/>
        </p:nvCxnSpPr>
        <p:spPr>
          <a:xfrm>
            <a:off x="-252640" y="182996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1870516-6B78-4CB3-8D24-F55DF2343A5C}"/>
              </a:ext>
            </a:extLst>
          </p:cNvPr>
          <p:cNvSpPr txBox="1"/>
          <p:nvPr userDrawn="1"/>
        </p:nvSpPr>
        <p:spPr>
          <a:xfrm>
            <a:off x="-1980884" y="1878613"/>
            <a:ext cx="1778865" cy="222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Upper Guide Content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94826E-1E57-4600-94A7-1221602CFFBE}"/>
              </a:ext>
            </a:extLst>
          </p:cNvPr>
          <p:cNvSpPr txBox="1"/>
          <p:nvPr userDrawn="1"/>
        </p:nvSpPr>
        <p:spPr>
          <a:xfrm>
            <a:off x="-1860884" y="142551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Tagline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A08F006-A6D5-4923-B046-51628FCD5ECF}"/>
              </a:ext>
            </a:extLst>
          </p:cNvPr>
          <p:cNvCxnSpPr>
            <a:cxnSpLocks/>
          </p:cNvCxnSpPr>
          <p:nvPr userDrawn="1"/>
        </p:nvCxnSpPr>
        <p:spPr>
          <a:xfrm flipV="1">
            <a:off x="-252640" y="37662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D4440BC-CB04-42CD-8238-26BD3339147E}"/>
              </a:ext>
            </a:extLst>
          </p:cNvPr>
          <p:cNvSpPr txBox="1"/>
          <p:nvPr userDrawn="1"/>
        </p:nvSpPr>
        <p:spPr>
          <a:xfrm>
            <a:off x="-1860720" y="2836100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Accent </a:t>
            </a:r>
            <a:r>
              <a:rPr lang="en-US" sz="1000" baseline="0">
                <a:latin typeface="+mn-lt"/>
              </a:rPr>
              <a:t>3</a:t>
            </a:r>
            <a:endParaRPr lang="en-US" sz="1000">
              <a:latin typeface="+mn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24F6937-0C6D-4C9F-AB4C-DDCB80FAA35D}"/>
              </a:ext>
            </a:extLst>
          </p:cNvPr>
          <p:cNvSpPr/>
          <p:nvPr userDrawn="1"/>
        </p:nvSpPr>
        <p:spPr bwMode="gray">
          <a:xfrm>
            <a:off x="-324720" y="2836102"/>
            <a:ext cx="180000" cy="180000"/>
          </a:xfrm>
          <a:prstGeom prst="rect">
            <a:avLst/>
          </a:prstGeom>
          <a:solidFill>
            <a:srgbClr val="460073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86341F-EE5D-4AC6-9152-F967F8C48252}"/>
              </a:ext>
            </a:extLst>
          </p:cNvPr>
          <p:cNvSpPr txBox="1"/>
          <p:nvPr userDrawn="1"/>
        </p:nvSpPr>
        <p:spPr>
          <a:xfrm>
            <a:off x="-1860720" y="2407438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Accent 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4A79C3B-2F1B-482D-AE91-32F3AB4E0BE9}"/>
              </a:ext>
            </a:extLst>
          </p:cNvPr>
          <p:cNvSpPr/>
          <p:nvPr userDrawn="1"/>
        </p:nvSpPr>
        <p:spPr bwMode="gray">
          <a:xfrm>
            <a:off x="-324720" y="2407438"/>
            <a:ext cx="180000" cy="180000"/>
          </a:xfrm>
          <a:prstGeom prst="rect">
            <a:avLst/>
          </a:prstGeom>
          <a:solidFill>
            <a:srgbClr val="A100FF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21D7ABB-9A69-4B81-A34C-12043F950B2F}"/>
              </a:ext>
            </a:extLst>
          </p:cNvPr>
          <p:cNvSpPr/>
          <p:nvPr userDrawn="1"/>
        </p:nvSpPr>
        <p:spPr bwMode="gray">
          <a:xfrm>
            <a:off x="-324720" y="2621770"/>
            <a:ext cx="180000" cy="180000"/>
          </a:xfrm>
          <a:prstGeom prst="rect">
            <a:avLst/>
          </a:prstGeom>
          <a:solidFill>
            <a:srgbClr val="7500C0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B722A6-5A9F-4228-B2EA-5F09FEB7C46F}"/>
              </a:ext>
            </a:extLst>
          </p:cNvPr>
          <p:cNvSpPr txBox="1"/>
          <p:nvPr userDrawn="1"/>
        </p:nvSpPr>
        <p:spPr>
          <a:xfrm>
            <a:off x="-1860720" y="2621769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Accent 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AA228A-557E-4C39-A772-3CF97BEFC076}"/>
              </a:ext>
            </a:extLst>
          </p:cNvPr>
          <p:cNvSpPr/>
          <p:nvPr userDrawn="1"/>
        </p:nvSpPr>
        <p:spPr bwMode="gray">
          <a:xfrm>
            <a:off x="-324720" y="4026766"/>
            <a:ext cx="180000" cy="180000"/>
          </a:xfrm>
          <a:prstGeom prst="rect">
            <a:avLst/>
          </a:prstGeom>
          <a:solidFill>
            <a:srgbClr val="BEBEBE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E77D7A-4CFC-4C9C-8B9E-BB363AA855A8}"/>
              </a:ext>
            </a:extLst>
          </p:cNvPr>
          <p:cNvSpPr/>
          <p:nvPr userDrawn="1"/>
        </p:nvSpPr>
        <p:spPr bwMode="gray">
          <a:xfrm>
            <a:off x="-324720" y="4241098"/>
            <a:ext cx="180000" cy="180000"/>
          </a:xfrm>
          <a:prstGeom prst="rect">
            <a:avLst/>
          </a:prstGeom>
          <a:solidFill>
            <a:srgbClr val="969696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D8E010-C5D2-46C2-9A32-8E5B7E35B487}"/>
              </a:ext>
            </a:extLst>
          </p:cNvPr>
          <p:cNvSpPr txBox="1"/>
          <p:nvPr userDrawn="1"/>
        </p:nvSpPr>
        <p:spPr>
          <a:xfrm>
            <a:off x="-1860720" y="4669756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White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A0A7AF-D4D9-44CF-9BE8-DD9DC1A44FD8}"/>
              </a:ext>
            </a:extLst>
          </p:cNvPr>
          <p:cNvSpPr/>
          <p:nvPr userDrawn="1"/>
        </p:nvSpPr>
        <p:spPr bwMode="gray">
          <a:xfrm>
            <a:off x="-324720" y="4455430"/>
            <a:ext cx="180000" cy="180000"/>
          </a:xfrm>
          <a:prstGeom prst="rect">
            <a:avLst/>
          </a:prstGeom>
          <a:solidFill>
            <a:srgbClr val="5A5A5A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FDEF55-5AE6-4F51-9AB1-2A01B12209A5}"/>
              </a:ext>
            </a:extLst>
          </p:cNvPr>
          <p:cNvSpPr/>
          <p:nvPr userDrawn="1"/>
        </p:nvSpPr>
        <p:spPr bwMode="gray">
          <a:xfrm>
            <a:off x="-324720" y="4669759"/>
            <a:ext cx="180000" cy="1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D8DBC2C-EBF6-47B0-A9F2-626280A22922}"/>
              </a:ext>
            </a:extLst>
          </p:cNvPr>
          <p:cNvSpPr>
            <a:spLocks/>
          </p:cNvSpPr>
          <p:nvPr userDrawn="1"/>
        </p:nvSpPr>
        <p:spPr bwMode="gray">
          <a:xfrm>
            <a:off x="-324884" y="3812434"/>
            <a:ext cx="180000" cy="18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>
              <a:spcAft>
                <a:spcPts val="0"/>
              </a:spcAft>
              <a:tabLst>
                <a:tab pos="265852" algn="l"/>
              </a:tabLst>
            </a:pPr>
            <a:endParaRPr lang="en-US" sz="985">
              <a:solidFill>
                <a:prstClr val="white"/>
              </a:solidFill>
              <a:latin typeface="Graphik Regular" panose="020B0503030202060203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F7FB30-5365-4E30-AB30-E61D6A2837A9}"/>
              </a:ext>
            </a:extLst>
          </p:cNvPr>
          <p:cNvSpPr txBox="1"/>
          <p:nvPr userDrawn="1"/>
        </p:nvSpPr>
        <p:spPr>
          <a:xfrm>
            <a:off x="-1860884" y="3812431"/>
            <a:ext cx="1536000" cy="180000"/>
          </a:xfrm>
          <a:prstGeom prst="rect">
            <a:avLst/>
          </a:prstGeom>
          <a:noFill/>
        </p:spPr>
        <p:txBody>
          <a:bodyPr wrap="square" lIns="0" tIns="0" rIns="132923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Black (Text)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314010-C0A5-4213-8941-8E348B283053}"/>
              </a:ext>
            </a:extLst>
          </p:cNvPr>
          <p:cNvSpPr txBox="1"/>
          <p:nvPr userDrawn="1"/>
        </p:nvSpPr>
        <p:spPr>
          <a:xfrm>
            <a:off x="-2100884" y="1510032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Headline Line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838DE62-551A-4600-8317-7E124042656F}"/>
              </a:ext>
            </a:extLst>
          </p:cNvPr>
          <p:cNvCxnSpPr/>
          <p:nvPr userDrawn="1"/>
        </p:nvCxnSpPr>
        <p:spPr>
          <a:xfrm>
            <a:off x="-272960" y="65151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66494F1-DB4F-4593-8384-B4B8AE9482CB}"/>
              </a:ext>
            </a:extLst>
          </p:cNvPr>
          <p:cNvSpPr txBox="1"/>
          <p:nvPr userDrawn="1"/>
        </p:nvSpPr>
        <p:spPr>
          <a:xfrm>
            <a:off x="-1920720" y="6601618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Footer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F6A70B-CC0B-4F42-B680-EB7E008A7183}"/>
              </a:ext>
            </a:extLst>
          </p:cNvPr>
          <p:cNvSpPr txBox="1"/>
          <p:nvPr userDrawn="1"/>
        </p:nvSpPr>
        <p:spPr>
          <a:xfrm>
            <a:off x="420713" y="-233053"/>
            <a:ext cx="1871812" cy="127639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rtl="0"/>
            <a:r>
              <a:rPr lang="en-US" sz="1000">
                <a:latin typeface="+mn-lt"/>
              </a:rPr>
              <a:t>Begin Content</a:t>
            </a:r>
            <a:r>
              <a:rPr lang="en-US" sz="1000" baseline="0">
                <a:latin typeface="+mn-lt"/>
              </a:rPr>
              <a:t> </a:t>
            </a:r>
            <a:r>
              <a:rPr lang="en-US" sz="1000">
                <a:latin typeface="+mn-lt"/>
              </a:rPr>
              <a:t>Area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F3B2A5-59F6-40BD-A112-DC7672785BDD}"/>
              </a:ext>
            </a:extLst>
          </p:cNvPr>
          <p:cNvSpPr txBox="1"/>
          <p:nvPr userDrawn="1"/>
        </p:nvSpPr>
        <p:spPr>
          <a:xfrm>
            <a:off x="10028974" y="-222232"/>
            <a:ext cx="1827269" cy="144000"/>
          </a:xfrm>
          <a:prstGeom prst="rect">
            <a:avLst/>
          </a:prstGeom>
          <a:noFill/>
        </p:spPr>
        <p:txBody>
          <a:bodyPr wrap="square" lIns="0" tIns="0" rIns="88615" bIns="0" rtlCol="0" anchor="ctr">
            <a:noAutofit/>
          </a:bodyPr>
          <a:lstStyle/>
          <a:p>
            <a:pPr algn="r" rtl="0"/>
            <a:r>
              <a:rPr lang="en-US" sz="1000">
                <a:latin typeface="+mn-lt"/>
              </a:rPr>
              <a:t>End Content Area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88A0CD-9F37-456C-BE5D-17BCA620C46A}"/>
              </a:ext>
            </a:extLst>
          </p:cNvPr>
          <p:cNvSpPr txBox="1"/>
          <p:nvPr userDrawn="1"/>
        </p:nvSpPr>
        <p:spPr>
          <a:xfrm>
            <a:off x="6107205" y="-22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rtl="0"/>
            <a:r>
              <a:rPr lang="en-US" sz="1000">
                <a:latin typeface="+mn-lt"/>
              </a:rPr>
              <a:t>Center Type Area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535C870-050B-473F-B595-B73D2E57ABCC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F54B4BF-9CE5-434D-B064-D6D5EFBDC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A14D97B-6818-44CC-AAF3-B568B5C4334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25060" y="-19871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F268EFF-FB50-4D32-AB09-37F97D260655}"/>
              </a:ext>
            </a:extLst>
          </p:cNvPr>
          <p:cNvSpPr txBox="1"/>
          <p:nvPr userDrawn="1"/>
        </p:nvSpPr>
        <p:spPr>
          <a:xfrm>
            <a:off x="-1406556" y="3229257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pPr rtl="0"/>
            <a:r>
              <a:rPr lang="en-US" sz="1000">
                <a:latin typeface="+mn-lt"/>
              </a:rPr>
              <a:t>Center Type Area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A41D27C-D682-4546-BDFF-BB89C0A9B96D}"/>
              </a:ext>
            </a:extLst>
          </p:cNvPr>
          <p:cNvCxnSpPr/>
          <p:nvPr userDrawn="1"/>
        </p:nvCxnSpPr>
        <p:spPr>
          <a:xfrm>
            <a:off x="-249485" y="34290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62">
            <a:extLst>
              <a:ext uri="{FF2B5EF4-FFF2-40B4-BE49-F238E27FC236}">
                <a16:creationId xmlns:a16="http://schemas.microsoft.com/office/drawing/2014/main" id="{E388EADB-FD07-4CE6-9C9C-F00055B9BC32}"/>
              </a:ext>
            </a:extLst>
          </p:cNvPr>
          <p:cNvSpPr txBox="1"/>
          <p:nvPr userDrawn="1"/>
        </p:nvSpPr>
        <p:spPr>
          <a:xfrm>
            <a:off x="-969476" y="4026762"/>
            <a:ext cx="576000" cy="6086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rtl="0"/>
            <a:r>
              <a:rPr lang="en-US" sz="1000" b="0" i="0" u="none" strike="noStrike" baseline="0">
                <a:solidFill>
                  <a:schemeClr val="tx1">
                    <a:lumMod val="100000"/>
                  </a:schemeClr>
                </a:solidFill>
                <a:latin typeface="Graphik" panose="020B0503030202060203" pitchFamily="34" charset="0"/>
              </a:rPr>
              <a:t>Grey 1</a:t>
            </a:r>
          </a:p>
          <a:p>
            <a:pPr algn="l" rtl="0"/>
            <a:r>
              <a:rPr lang="en-US" sz="1000" b="0" i="0" u="none" strike="noStrike" baseline="0">
                <a:solidFill>
                  <a:schemeClr val="tx1">
                    <a:lumMod val="100000"/>
                  </a:schemeClr>
                </a:solidFill>
                <a:latin typeface="Graphik" panose="020B0503030202060203" pitchFamily="34" charset="0"/>
              </a:rPr>
              <a:t>Grey 2</a:t>
            </a:r>
          </a:p>
          <a:p>
            <a:pPr algn="l" rtl="0"/>
            <a:r>
              <a:rPr lang="en-US" sz="1000" b="0" i="0" u="none" strike="noStrike" baseline="0">
                <a:solidFill>
                  <a:schemeClr val="tx1">
                    <a:lumMod val="100000"/>
                  </a:schemeClr>
                </a:solidFill>
                <a:latin typeface="Graphik" panose="020B0503030202060203" pitchFamily="34" charset="0"/>
              </a:rPr>
              <a:t>Grey 3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8B65F20-8B10-4968-8E79-B7DDD6D0BFF4}"/>
              </a:ext>
            </a:extLst>
          </p:cNvPr>
          <p:cNvSpPr txBox="1"/>
          <p:nvPr userDrawn="1"/>
        </p:nvSpPr>
        <p:spPr>
          <a:xfrm>
            <a:off x="9880844" y="6571496"/>
            <a:ext cx="1944216" cy="1538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 rtl="0"/>
            <a:fld id="{BA5869E5-C163-4ADC-A227-4FC80EE659B7}" type="slidenum">
              <a:rPr lang="en-US" sz="10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charset="0"/>
              </a:rPr>
              <a:pPr algn="r" rtl="0"/>
              <a:t>‹#›</a:t>
            </a:fld>
            <a:endParaRPr lang="en-US" sz="1000" kern="120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  <p:sp>
        <p:nvSpPr>
          <p:cNvPr id="5" name="Titelplatzhalter 4">
            <a:extLst>
              <a:ext uri="{FF2B5EF4-FFF2-40B4-BE49-F238E27FC236}">
                <a16:creationId xmlns:a16="http://schemas.microsoft.com/office/drawing/2014/main" id="{0A148714-3B8F-4A27-BF73-9FC2023E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0680"/>
            <a:ext cx="11430000" cy="990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fontAlgn="base">
              <a:lnSpc>
                <a:spcPct val="80000"/>
              </a:lnSpc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latin typeface="Graphik Black" panose="020B0503030202060203" pitchFamily="34" charset="77"/>
                <a:cs typeface="Arial" panose="020B0604020202020204" pitchFamily="34" charset="0"/>
              </a:rPr>
              <a:t>INSERT MAIN TITLE AT 40PT MIN 30PT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A96D1B9-EFD6-45A1-8353-07AB59E56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3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1734634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19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5" r:id="rId2"/>
  </p:sldLayoutIdLst>
  <p:hf sldNum="0" hdr="0" ftr="0" dt="0"/>
  <p:txStyles>
    <p:titleStyle>
      <a:lvl1pPr marL="0" indent="0" algn="l" defTabSz="1734634" rtl="0" eaLnBrk="1" fontAlgn="base" latinLnBrk="0" hangingPunct="1">
        <a:lnSpc>
          <a:spcPct val="80000"/>
        </a:lnSpc>
        <a:spcBef>
          <a:spcPct val="0"/>
        </a:spcBef>
        <a:spcAft>
          <a:spcPct val="0"/>
        </a:spcAft>
        <a:buFontTx/>
        <a:buNone/>
        <a:defRPr sz="3600" b="0" i="0" kern="1200" cap="all" spc="-133" baseline="0">
          <a:solidFill>
            <a:srgbClr val="000000"/>
          </a:solidFill>
          <a:latin typeface="Graphik Black" panose="020B0A03030202060203" pitchFamily="34" charset="0"/>
          <a:ea typeface="Arial Black" charset="0"/>
          <a:cs typeface="Arial Black" charset="0"/>
        </a:defRPr>
      </a:lvl1pPr>
    </p:titleStyle>
    <p:bodyStyle>
      <a:lvl1pPr marL="0" marR="0" indent="0" algn="l" defTabSz="1734634" rtl="0" eaLnBrk="1" fontAlgn="auto" latinLnBrk="0" hangingPunct="1">
        <a:lnSpc>
          <a:spcPct val="80000"/>
        </a:lnSpc>
        <a:spcBef>
          <a:spcPts val="1200"/>
        </a:spcBef>
        <a:spcAft>
          <a:spcPts val="600"/>
        </a:spcAft>
        <a:buClrTx/>
        <a:buSzTx/>
        <a:buFontTx/>
        <a:buNone/>
        <a:tabLst/>
        <a:defRPr sz="2000" b="0" i="0" kern="1200" cap="all" baseline="0">
          <a:solidFill>
            <a:schemeClr val="accent2"/>
          </a:solidFill>
          <a:latin typeface="Graphik Black" panose="020B0A03030202060203" pitchFamily="34" charset="0"/>
          <a:ea typeface="Arial Black" charset="0"/>
          <a:cs typeface="Arial Black" charset="0"/>
        </a:defRPr>
      </a:lvl1pPr>
      <a:lvl2pPr marL="18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2pPr>
      <a:lvl3pPr marL="36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Symbol" panose="05050102010706020507" pitchFamily="18" charset="2"/>
        <a:buChar char="-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3pPr>
      <a:lvl4pPr marL="54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4pPr>
      <a:lvl5pPr marL="720000" marR="0" indent="-180000" algn="l" defTabSz="1734634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Symbol" panose="05050102010706020507" pitchFamily="18" charset="2"/>
        <a:buChar char="-"/>
        <a:tabLst/>
        <a:defRPr sz="1400" b="0" i="0" kern="1200" cap="none" baseline="0">
          <a:solidFill>
            <a:srgbClr val="000000"/>
          </a:solidFill>
          <a:latin typeface="Graphik" panose="020B0503030202060203" pitchFamily="34" charset="0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3" pos="240">
          <p15:clr>
            <a:srgbClr val="F26B43"/>
          </p15:clr>
        </p15:guide>
        <p15:guide id="5" orient="horz" pos="2160">
          <p15:clr>
            <a:srgbClr val="F26B43"/>
          </p15:clr>
        </p15:guide>
        <p15:guide id="7" orient="horz" pos="240">
          <p15:clr>
            <a:srgbClr val="F26B43"/>
          </p15:clr>
        </p15:guide>
        <p15:guide id="8" orient="horz" pos="4224">
          <p15:clr>
            <a:srgbClr val="F26B43"/>
          </p15:clr>
        </p15:guide>
        <p15:guide id="9" orient="horz">
          <p15:clr>
            <a:srgbClr val="F26B43"/>
          </p15:clr>
        </p15:guide>
        <p15:guide id="11" pos="7440">
          <p15:clr>
            <a:srgbClr val="F26B43"/>
          </p15:clr>
        </p15:guide>
        <p15:guide id="16" pos="3840">
          <p15:clr>
            <a:srgbClr val="F26B43"/>
          </p15:clr>
        </p15:guide>
        <p15:guide id="21">
          <p15:clr>
            <a:srgbClr val="F26B43"/>
          </p15:clr>
        </p15:guide>
        <p15:guide id="24" pos="7680">
          <p15:clr>
            <a:srgbClr val="F26B43"/>
          </p15:clr>
        </p15:guide>
        <p15:guide id="25" orient="horz" pos="1056">
          <p15:clr>
            <a:srgbClr val="F26B43"/>
          </p15:clr>
        </p15:guide>
        <p15:guide id="26" orient="horz" pos="4104">
          <p15:clr>
            <a:srgbClr val="F26B43"/>
          </p15:clr>
        </p15:guide>
        <p15:guide id="27" orient="horz" pos="2640">
          <p15:clr>
            <a:srgbClr val="F26B43"/>
          </p15:clr>
        </p15:guide>
        <p15:guide id="28" orient="horz" pos="1680">
          <p15:clr>
            <a:srgbClr val="F26B43"/>
          </p15:clr>
        </p15:guide>
        <p15:guide id="29" pos="2955">
          <p15:clr>
            <a:srgbClr val="F26B43"/>
          </p15:clr>
        </p15:guide>
        <p15:guide id="30" pos="4725">
          <p15:clr>
            <a:srgbClr val="F26B43"/>
          </p15:clr>
        </p15:guide>
        <p15:guide id="31" pos="3727">
          <p15:clr>
            <a:srgbClr val="F26B43"/>
          </p15:clr>
        </p15:guide>
        <p15:guide id="32" pos="3953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0546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25" imgH="426" progId="TCLayout.ActiveDocument.1">
                  <p:embed/>
                </p:oleObj>
              </mc:Choice>
              <mc:Fallback>
                <p:oleObj name="think-cell Slide" r:id="rId11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70D2C53D-D399-4277-8E42-04B23BCC717C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800" b="0" i="0" u="none" cap="none" baseline="0">
              <a:latin typeface="Graphik Semibold" panose="020B0703030202060203" pitchFamily="34" charset="0"/>
              <a:ea typeface="+mj-ea"/>
              <a:cs typeface="+mj-cs"/>
              <a:sym typeface="Graphik Semibold" panose="020B07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763713"/>
            <a:ext cx="11430000" cy="4337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 1</a:t>
            </a:r>
          </a:p>
          <a:p>
            <a:pPr lvl="1"/>
            <a:r>
              <a:rPr lang="en-US"/>
              <a:t>Text 2</a:t>
            </a:r>
          </a:p>
          <a:p>
            <a:pPr lvl="2"/>
            <a:r>
              <a:rPr lang="en-US"/>
              <a:t>Text 3</a:t>
            </a:r>
          </a:p>
          <a:p>
            <a:pPr lvl="3"/>
            <a:r>
              <a:rPr lang="en-US"/>
              <a:t>Text 4</a:t>
            </a:r>
          </a:p>
          <a:p>
            <a:pPr lvl="4"/>
            <a:r>
              <a:rPr lang="en-US"/>
              <a:t>Text 5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381686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 rtl="0"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80999" y="6407924"/>
            <a:ext cx="653975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rtl="0">
              <a:defRPr lang="en-AU" sz="1000" b="0" i="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BEBEBE"/>
                </a:solidFill>
              </a:rPr>
              <a:t>Copyright © 2026 Accenture. All rights reserved. Accenture Confidential and Proprietary Material.</a:t>
            </a:r>
          </a:p>
        </p:txBody>
      </p:sp>
    </p:spTree>
    <p:extLst>
      <p:ext uri="{BB962C8B-B14F-4D97-AF65-F5344CB8AC3E}">
        <p14:creationId xmlns:p14="http://schemas.microsoft.com/office/powerpoint/2010/main" val="332381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5" r:id="rId1"/>
    <p:sldLayoutId id="2147484126" r:id="rId2"/>
    <p:sldLayoutId id="2147484127" r:id="rId3"/>
    <p:sldLayoutId id="2147484128" r:id="rId4"/>
    <p:sldLayoutId id="2147484129" r:id="rId5"/>
    <p:sldLayoutId id="2147484130" r:id="rId6"/>
    <p:sldLayoutId id="2147484131" r:id="rId7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2800" b="0" kern="1200" cap="all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kern="1200" cap="all" baseline="0">
          <a:solidFill>
            <a:schemeClr val="accent5"/>
          </a:solidFill>
          <a:latin typeface="+mj-lt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446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Arrow: Chevron 6">
            <a:extLst>
              <a:ext uri="{FF2B5EF4-FFF2-40B4-BE49-F238E27FC236}">
                <a16:creationId xmlns:a16="http://schemas.microsoft.com/office/drawing/2014/main" id="{3B4AA8C6-F1F9-F313-2721-AD1C62A6FA03}"/>
              </a:ext>
            </a:extLst>
          </p:cNvPr>
          <p:cNvSpPr/>
          <p:nvPr/>
        </p:nvSpPr>
        <p:spPr>
          <a:xfrm>
            <a:off x="8170223" y="1869319"/>
            <a:ext cx="3586430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9" name="Arrow: Chevron 6">
            <a:extLst>
              <a:ext uri="{FF2B5EF4-FFF2-40B4-BE49-F238E27FC236}">
                <a16:creationId xmlns:a16="http://schemas.microsoft.com/office/drawing/2014/main" id="{8B35E693-678E-C029-6D60-0BCB7734874B}"/>
              </a:ext>
            </a:extLst>
          </p:cNvPr>
          <p:cNvSpPr/>
          <p:nvPr/>
        </p:nvSpPr>
        <p:spPr>
          <a:xfrm>
            <a:off x="277839" y="1870269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0" name="Freeform: Shape 39">
            <a:extLst>
              <a:ext uri="{FF2B5EF4-FFF2-40B4-BE49-F238E27FC236}">
                <a16:creationId xmlns:a16="http://schemas.microsoft.com/office/drawing/2014/main" id="{5E80BFC3-4790-35DC-BE16-3B282C79FB20}"/>
              </a:ext>
            </a:extLst>
          </p:cNvPr>
          <p:cNvSpPr/>
          <p:nvPr/>
        </p:nvSpPr>
        <p:spPr>
          <a:xfrm>
            <a:off x="435347" y="1919914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51" name="Freeform: Shape 40">
            <a:extLst>
              <a:ext uri="{FF2B5EF4-FFF2-40B4-BE49-F238E27FC236}">
                <a16:creationId xmlns:a16="http://schemas.microsoft.com/office/drawing/2014/main" id="{306BB79E-16DE-3D51-B6F8-606624E1CDEF}"/>
              </a:ext>
            </a:extLst>
          </p:cNvPr>
          <p:cNvSpPr/>
          <p:nvPr/>
        </p:nvSpPr>
        <p:spPr>
          <a:xfrm>
            <a:off x="1492529" y="1919914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52" name="Arrow: Chevron 6">
            <a:extLst>
              <a:ext uri="{FF2B5EF4-FFF2-40B4-BE49-F238E27FC236}">
                <a16:creationId xmlns:a16="http://schemas.microsoft.com/office/drawing/2014/main" id="{E27767DB-76DD-5B89-E7B6-64BB7033D782}"/>
              </a:ext>
            </a:extLst>
          </p:cNvPr>
          <p:cNvSpPr/>
          <p:nvPr/>
        </p:nvSpPr>
        <p:spPr>
          <a:xfrm>
            <a:off x="3685893" y="1869794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3" name="Freeform: Shape 40">
            <a:extLst>
              <a:ext uri="{FF2B5EF4-FFF2-40B4-BE49-F238E27FC236}">
                <a16:creationId xmlns:a16="http://schemas.microsoft.com/office/drawing/2014/main" id="{21B9B8A0-7476-9E36-0C70-80589AF8D90F}"/>
              </a:ext>
            </a:extLst>
          </p:cNvPr>
          <p:cNvSpPr/>
          <p:nvPr/>
        </p:nvSpPr>
        <p:spPr>
          <a:xfrm>
            <a:off x="2530052" y="1919914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54" name="Freeform: Shape 39">
            <a:extLst>
              <a:ext uri="{FF2B5EF4-FFF2-40B4-BE49-F238E27FC236}">
                <a16:creationId xmlns:a16="http://schemas.microsoft.com/office/drawing/2014/main" id="{D98EED36-3D0F-719E-D27C-25792C66667C}"/>
              </a:ext>
            </a:extLst>
          </p:cNvPr>
          <p:cNvSpPr/>
          <p:nvPr/>
        </p:nvSpPr>
        <p:spPr>
          <a:xfrm>
            <a:off x="3834682" y="1919914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55" name="Freeform: Shape 40">
            <a:extLst>
              <a:ext uri="{FF2B5EF4-FFF2-40B4-BE49-F238E27FC236}">
                <a16:creationId xmlns:a16="http://schemas.microsoft.com/office/drawing/2014/main" id="{76D808F6-3CAF-52EB-D6EF-62F2DD75D780}"/>
              </a:ext>
            </a:extLst>
          </p:cNvPr>
          <p:cNvSpPr/>
          <p:nvPr/>
        </p:nvSpPr>
        <p:spPr>
          <a:xfrm>
            <a:off x="4864780" y="1919914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56" name="Freeform: Shape 40">
            <a:extLst>
              <a:ext uri="{FF2B5EF4-FFF2-40B4-BE49-F238E27FC236}">
                <a16:creationId xmlns:a16="http://schemas.microsoft.com/office/drawing/2014/main" id="{087D5BA7-8EFF-D209-DEF4-7CB3EBBC36B8}"/>
              </a:ext>
            </a:extLst>
          </p:cNvPr>
          <p:cNvSpPr/>
          <p:nvPr/>
        </p:nvSpPr>
        <p:spPr>
          <a:xfrm>
            <a:off x="5929386" y="1919914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57" name="Freeform: Shape 40">
            <a:extLst>
              <a:ext uri="{FF2B5EF4-FFF2-40B4-BE49-F238E27FC236}">
                <a16:creationId xmlns:a16="http://schemas.microsoft.com/office/drawing/2014/main" id="{404FD132-B6F9-533D-9B1C-58121F0A8FE4}"/>
              </a:ext>
            </a:extLst>
          </p:cNvPr>
          <p:cNvSpPr/>
          <p:nvPr/>
        </p:nvSpPr>
        <p:spPr>
          <a:xfrm>
            <a:off x="6986567" y="1919914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Manual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Test</a:t>
            </a:r>
          </a:p>
        </p:txBody>
      </p:sp>
      <p:sp>
        <p:nvSpPr>
          <p:cNvPr id="59" name="Freeform: Shape 39">
            <a:extLst>
              <a:ext uri="{FF2B5EF4-FFF2-40B4-BE49-F238E27FC236}">
                <a16:creationId xmlns:a16="http://schemas.microsoft.com/office/drawing/2014/main" id="{AB95A941-D2C4-99AE-4BCE-B555DEBA2652}"/>
              </a:ext>
            </a:extLst>
          </p:cNvPr>
          <p:cNvSpPr/>
          <p:nvPr/>
        </p:nvSpPr>
        <p:spPr>
          <a:xfrm>
            <a:off x="9392376" y="1919914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UI Test</a:t>
            </a:r>
          </a:p>
        </p:txBody>
      </p:sp>
      <p:sp>
        <p:nvSpPr>
          <p:cNvPr id="60" name="Freeform: Shape 40">
            <a:extLst>
              <a:ext uri="{FF2B5EF4-FFF2-40B4-BE49-F238E27FC236}">
                <a16:creationId xmlns:a16="http://schemas.microsoft.com/office/drawing/2014/main" id="{FB0D810C-FCF8-4FB2-C4DD-AF9AAD9003CE}"/>
              </a:ext>
            </a:extLst>
          </p:cNvPr>
          <p:cNvSpPr/>
          <p:nvPr/>
        </p:nvSpPr>
        <p:spPr>
          <a:xfrm>
            <a:off x="10449558" y="1919914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UI Test</a:t>
            </a:r>
          </a:p>
        </p:txBody>
      </p:sp>
      <p:sp>
        <p:nvSpPr>
          <p:cNvPr id="61" name="Arrow: Chevron 6">
            <a:extLst>
              <a:ext uri="{FF2B5EF4-FFF2-40B4-BE49-F238E27FC236}">
                <a16:creationId xmlns:a16="http://schemas.microsoft.com/office/drawing/2014/main" id="{E1F9C7CD-C407-2DE9-91E7-494C3B2D8F06}"/>
              </a:ext>
            </a:extLst>
          </p:cNvPr>
          <p:cNvSpPr/>
          <p:nvPr/>
        </p:nvSpPr>
        <p:spPr>
          <a:xfrm>
            <a:off x="277838" y="2433911"/>
            <a:ext cx="3807273" cy="1282535"/>
          </a:xfrm>
          <a:prstGeom prst="chevron">
            <a:avLst>
              <a:gd name="adj" fmla="val 35185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2400" b="1" kern="0">
                <a:solidFill>
                  <a:prstClr val="white"/>
                </a:solidFill>
                <a:latin typeface="Graphik Black"/>
              </a:rPr>
              <a:t>Product</a:t>
            </a:r>
          </a:p>
          <a:p>
            <a:pPr algn="ctr"/>
            <a:r>
              <a:rPr lang="en-US" sz="2400" b="1" kern="0">
                <a:solidFill>
                  <a:prstClr val="white"/>
                </a:solidFill>
                <a:latin typeface="Graphik Black"/>
              </a:rPr>
              <a:t>Owner</a:t>
            </a:r>
          </a:p>
        </p:txBody>
      </p:sp>
      <p:sp>
        <p:nvSpPr>
          <p:cNvPr id="62" name="Arrow: Chevron 6">
            <a:extLst>
              <a:ext uri="{FF2B5EF4-FFF2-40B4-BE49-F238E27FC236}">
                <a16:creationId xmlns:a16="http://schemas.microsoft.com/office/drawing/2014/main" id="{540F4960-F529-0952-CEAF-A476966A0B7C}"/>
              </a:ext>
            </a:extLst>
          </p:cNvPr>
          <p:cNvSpPr/>
          <p:nvPr/>
        </p:nvSpPr>
        <p:spPr>
          <a:xfrm>
            <a:off x="3726853" y="2433910"/>
            <a:ext cx="4775880" cy="1282535"/>
          </a:xfrm>
          <a:prstGeom prst="chevron">
            <a:avLst>
              <a:gd name="adj" fmla="val 35185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2400" b="1" kern="0">
                <a:solidFill>
                  <a:prstClr val="white"/>
                </a:solidFill>
                <a:latin typeface="Graphik Black"/>
              </a:rPr>
              <a:t>Developer</a:t>
            </a:r>
          </a:p>
        </p:txBody>
      </p:sp>
      <p:sp>
        <p:nvSpPr>
          <p:cNvPr id="63" name="Arrow: Chevron 6">
            <a:extLst>
              <a:ext uri="{FF2B5EF4-FFF2-40B4-BE49-F238E27FC236}">
                <a16:creationId xmlns:a16="http://schemas.microsoft.com/office/drawing/2014/main" id="{828D947D-DC4D-008B-4A88-17B6F703C518}"/>
              </a:ext>
            </a:extLst>
          </p:cNvPr>
          <p:cNvSpPr/>
          <p:nvPr/>
        </p:nvSpPr>
        <p:spPr>
          <a:xfrm>
            <a:off x="8170224" y="2433910"/>
            <a:ext cx="3586430" cy="1282535"/>
          </a:xfrm>
          <a:prstGeom prst="chevron">
            <a:avLst>
              <a:gd name="adj" fmla="val 35185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2400" b="1" kern="0">
                <a:solidFill>
                  <a:prstClr val="white"/>
                </a:solidFill>
                <a:latin typeface="Graphik Black"/>
              </a:rPr>
              <a:t>UI</a:t>
            </a:r>
            <a:br>
              <a:rPr lang="en-US" sz="2400" b="1" kern="0">
                <a:solidFill>
                  <a:prstClr val="white"/>
                </a:solidFill>
                <a:latin typeface="Graphik Black"/>
              </a:rPr>
            </a:br>
            <a:r>
              <a:rPr lang="en-US" sz="2400" b="1" kern="0">
                <a:solidFill>
                  <a:prstClr val="white"/>
                </a:solidFill>
                <a:latin typeface="Graphik Black"/>
              </a:rPr>
              <a:t>Tester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EB9486-25FC-C8CC-C6F6-4E37F934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- “We need IBAN validation”</a:t>
            </a:r>
          </a:p>
        </p:txBody>
      </p:sp>
      <p:sp>
        <p:nvSpPr>
          <p:cNvPr id="11" name="Freeform: Shape 39">
            <a:extLst>
              <a:ext uri="{FF2B5EF4-FFF2-40B4-BE49-F238E27FC236}">
                <a16:creationId xmlns:a16="http://schemas.microsoft.com/office/drawing/2014/main" id="{BE5C2B4C-E758-2E95-C193-2EACEFDABB1C}"/>
              </a:ext>
            </a:extLst>
          </p:cNvPr>
          <p:cNvSpPr/>
          <p:nvPr/>
        </p:nvSpPr>
        <p:spPr>
          <a:xfrm>
            <a:off x="8327770" y="1918964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2" name="Arrow: Chevron 6">
            <a:extLst>
              <a:ext uri="{FF2B5EF4-FFF2-40B4-BE49-F238E27FC236}">
                <a16:creationId xmlns:a16="http://schemas.microsoft.com/office/drawing/2014/main" id="{75269809-3ED4-C0BD-DDB3-A2EA316FC819}"/>
              </a:ext>
            </a:extLst>
          </p:cNvPr>
          <p:cNvSpPr/>
          <p:nvPr/>
        </p:nvSpPr>
        <p:spPr>
          <a:xfrm>
            <a:off x="277839" y="3853142"/>
            <a:ext cx="3544576" cy="530130"/>
          </a:xfrm>
          <a:prstGeom prst="chevron">
            <a:avLst>
              <a:gd name="adj" fmla="val 35185"/>
            </a:avLst>
          </a:prstGeom>
          <a:solidFill>
            <a:schemeClr val="tx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2400" b="1" kern="0" dirty="0">
                <a:solidFill>
                  <a:prstClr val="white"/>
                </a:solidFill>
                <a:latin typeface="Graphik Black"/>
              </a:rPr>
              <a:t>Chat</a:t>
            </a:r>
          </a:p>
        </p:txBody>
      </p:sp>
      <p:sp>
        <p:nvSpPr>
          <p:cNvPr id="3" name="Arrow: Chevron 6">
            <a:extLst>
              <a:ext uri="{FF2B5EF4-FFF2-40B4-BE49-F238E27FC236}">
                <a16:creationId xmlns:a16="http://schemas.microsoft.com/office/drawing/2014/main" id="{5E9DCCC6-2E66-20EC-BB74-4C7A4964CF15}"/>
              </a:ext>
            </a:extLst>
          </p:cNvPr>
          <p:cNvSpPr/>
          <p:nvPr/>
        </p:nvSpPr>
        <p:spPr>
          <a:xfrm>
            <a:off x="3726853" y="3853142"/>
            <a:ext cx="4476174" cy="530130"/>
          </a:xfrm>
          <a:prstGeom prst="chevron">
            <a:avLst>
              <a:gd name="adj" fmla="val 35185"/>
            </a:avLst>
          </a:prstGeom>
          <a:solidFill>
            <a:schemeClr val="tx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2400" b="1" kern="0" dirty="0">
                <a:solidFill>
                  <a:prstClr val="white"/>
                </a:solidFill>
                <a:latin typeface="Graphik Black"/>
              </a:rPr>
              <a:t>Terminal</a:t>
            </a:r>
          </a:p>
        </p:txBody>
      </p:sp>
      <p:sp>
        <p:nvSpPr>
          <p:cNvPr id="12" name="Arrow: Chevron 6">
            <a:extLst>
              <a:ext uri="{FF2B5EF4-FFF2-40B4-BE49-F238E27FC236}">
                <a16:creationId xmlns:a16="http://schemas.microsoft.com/office/drawing/2014/main" id="{C5F84930-D37A-FE99-6C43-2F426E99454F}"/>
              </a:ext>
            </a:extLst>
          </p:cNvPr>
          <p:cNvSpPr/>
          <p:nvPr/>
        </p:nvSpPr>
        <p:spPr>
          <a:xfrm>
            <a:off x="8119903" y="3853142"/>
            <a:ext cx="3636750" cy="530130"/>
          </a:xfrm>
          <a:prstGeom prst="chevron">
            <a:avLst>
              <a:gd name="adj" fmla="val 35185"/>
            </a:avLst>
          </a:prstGeom>
          <a:solidFill>
            <a:schemeClr val="tx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2400" b="1" kern="0" dirty="0">
                <a:solidFill>
                  <a:prstClr val="white"/>
                </a:solidFill>
                <a:latin typeface="Graphik Black"/>
              </a:rPr>
              <a:t>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03E47-30F6-8C73-8969-5D4444730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6" y="4479521"/>
            <a:ext cx="3443537" cy="10606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DA346B-0B3F-61E0-BD2D-EFEF8BF93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617" y="4479521"/>
            <a:ext cx="3443537" cy="10497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0C6C52-9D1D-4254-1A87-784E453AD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68" y="4479521"/>
            <a:ext cx="3088219" cy="10497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987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3334-A269-371D-7BA4-74048EC0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BBE2C-E922-BBDB-3B45-F4C32EE3D9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E2E4C-A5AF-3D64-5ED8-5FC110627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7EBF9-D1AC-0D91-3442-AEAD69D5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19" y="661628"/>
            <a:ext cx="7506837" cy="619660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343CA7B-C717-95F6-2FC1-685C4FB5AD49}"/>
              </a:ext>
            </a:extLst>
          </p:cNvPr>
          <p:cNvSpPr/>
          <p:nvPr/>
        </p:nvSpPr>
        <p:spPr>
          <a:xfrm>
            <a:off x="2357344" y="944218"/>
            <a:ext cx="5635487" cy="31805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F44BF5-134F-A541-4B65-BF74F1F6664F}"/>
              </a:ext>
            </a:extLst>
          </p:cNvPr>
          <p:cNvSpPr/>
          <p:nvPr/>
        </p:nvSpPr>
        <p:spPr>
          <a:xfrm>
            <a:off x="2327819" y="3600906"/>
            <a:ext cx="5635487" cy="318052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2885E84-4C7C-0B9F-3A2D-AB71671E4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65" y="1052499"/>
            <a:ext cx="3603290" cy="51438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84CD996-FD88-E9D4-3812-403F0E64E2F1}"/>
              </a:ext>
            </a:extLst>
          </p:cNvPr>
          <p:cNvSpPr/>
          <p:nvPr/>
        </p:nvSpPr>
        <p:spPr>
          <a:xfrm>
            <a:off x="8251565" y="1296727"/>
            <a:ext cx="1505083" cy="24458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C3EE7B-6430-FC7E-31F9-19D33618C09C}"/>
              </a:ext>
            </a:extLst>
          </p:cNvPr>
          <p:cNvSpPr/>
          <p:nvPr/>
        </p:nvSpPr>
        <p:spPr>
          <a:xfrm>
            <a:off x="8251565" y="2992394"/>
            <a:ext cx="1871350" cy="244582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Chevron 6">
            <a:extLst>
              <a:ext uri="{FF2B5EF4-FFF2-40B4-BE49-F238E27FC236}">
                <a16:creationId xmlns:a16="http://schemas.microsoft.com/office/drawing/2014/main" id="{2FF3DA56-39F6-1D70-F846-73EA76ED732A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29" name="Arrow: Chevron 6">
            <a:extLst>
              <a:ext uri="{FF2B5EF4-FFF2-40B4-BE49-F238E27FC236}">
                <a16:creationId xmlns:a16="http://schemas.microsoft.com/office/drawing/2014/main" id="{FE67C7F8-75B0-53D4-0D40-2DF1BE552A64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0" name="Freeform: Shape 39">
            <a:extLst>
              <a:ext uri="{FF2B5EF4-FFF2-40B4-BE49-F238E27FC236}">
                <a16:creationId xmlns:a16="http://schemas.microsoft.com/office/drawing/2014/main" id="{1EBEB28E-84C5-E998-DC74-B37E1CD7ED1D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1" name="Freeform: Shape 40">
            <a:extLst>
              <a:ext uri="{FF2B5EF4-FFF2-40B4-BE49-F238E27FC236}">
                <a16:creationId xmlns:a16="http://schemas.microsoft.com/office/drawing/2014/main" id="{FAC02FEB-8F30-5336-45DE-5E8B2021D5F0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2" name="Arrow: Chevron 6">
            <a:extLst>
              <a:ext uri="{FF2B5EF4-FFF2-40B4-BE49-F238E27FC236}">
                <a16:creationId xmlns:a16="http://schemas.microsoft.com/office/drawing/2014/main" id="{C4A7183E-20C0-110F-5BA9-6396A35C12B8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B8E5E6A-75E2-8F48-8E8C-883C54108DFE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42" name="Freeform: Shape 39">
            <a:extLst>
              <a:ext uri="{FF2B5EF4-FFF2-40B4-BE49-F238E27FC236}">
                <a16:creationId xmlns:a16="http://schemas.microsoft.com/office/drawing/2014/main" id="{8CE771AE-072B-0A4A-9A25-4ADC07AAEA96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3" name="Freeform: Shape 40">
            <a:extLst>
              <a:ext uri="{FF2B5EF4-FFF2-40B4-BE49-F238E27FC236}">
                <a16:creationId xmlns:a16="http://schemas.microsoft.com/office/drawing/2014/main" id="{90C085A7-0638-5209-2C5F-87A9EE9166C2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84DA5915-FE5F-03E5-9994-9951670AC32F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</a:p>
        </p:txBody>
      </p:sp>
      <p:sp>
        <p:nvSpPr>
          <p:cNvPr id="45" name="Freeform: Shape 40">
            <a:extLst>
              <a:ext uri="{FF2B5EF4-FFF2-40B4-BE49-F238E27FC236}">
                <a16:creationId xmlns:a16="http://schemas.microsoft.com/office/drawing/2014/main" id="{C7C96E7A-FF9F-8A04-2EC0-5EE8EDD23274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Manual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Test</a:t>
            </a:r>
          </a:p>
        </p:txBody>
      </p:sp>
      <p:sp>
        <p:nvSpPr>
          <p:cNvPr id="46" name="Freeform: Shape 39">
            <a:extLst>
              <a:ext uri="{FF2B5EF4-FFF2-40B4-BE49-F238E27FC236}">
                <a16:creationId xmlns:a16="http://schemas.microsoft.com/office/drawing/2014/main" id="{7943662F-BDB3-8F30-505A-1F4D21FBCE13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7" name="Freeform: Shape 40">
            <a:extLst>
              <a:ext uri="{FF2B5EF4-FFF2-40B4-BE49-F238E27FC236}">
                <a16:creationId xmlns:a16="http://schemas.microsoft.com/office/drawing/2014/main" id="{3A19FEF0-480B-6B21-867B-928634405A17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8" name="Freeform: Shape 39">
            <a:extLst>
              <a:ext uri="{FF2B5EF4-FFF2-40B4-BE49-F238E27FC236}">
                <a16:creationId xmlns:a16="http://schemas.microsoft.com/office/drawing/2014/main" id="{DBEC4F00-F76C-5BF9-4F46-4141F7928FD1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33020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5834-90F3-A5A4-F03B-F60E6676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6ABB35-2003-9AEC-6283-3337953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A0CD3-2B6C-1C2E-23AA-668FE6B6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A1A438-4DEB-D02C-C161-8357F8058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19" y="661628"/>
            <a:ext cx="7506551" cy="619637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97CD0BE-78ED-9FF6-015B-1F3844F352B3}"/>
              </a:ext>
            </a:extLst>
          </p:cNvPr>
          <p:cNvSpPr/>
          <p:nvPr/>
        </p:nvSpPr>
        <p:spPr>
          <a:xfrm>
            <a:off x="2327819" y="707031"/>
            <a:ext cx="5635487" cy="31805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E45015-1223-B47A-76A2-22ED0F82461D}"/>
              </a:ext>
            </a:extLst>
          </p:cNvPr>
          <p:cNvSpPr/>
          <p:nvPr/>
        </p:nvSpPr>
        <p:spPr>
          <a:xfrm>
            <a:off x="2327819" y="4396037"/>
            <a:ext cx="5635487" cy="318052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A78FEEA-EEC8-00A4-A206-1B4AADEAA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780" y="1046228"/>
            <a:ext cx="3612075" cy="51564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23F4E68-C787-7EC1-0516-AF09B4E9B488}"/>
              </a:ext>
            </a:extLst>
          </p:cNvPr>
          <p:cNvSpPr/>
          <p:nvPr/>
        </p:nvSpPr>
        <p:spPr>
          <a:xfrm>
            <a:off x="8203027" y="997533"/>
            <a:ext cx="1361598" cy="24458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4B47CF-5BB7-5B7B-9F8E-F1912479B851}"/>
              </a:ext>
            </a:extLst>
          </p:cNvPr>
          <p:cNvSpPr/>
          <p:nvPr/>
        </p:nvSpPr>
        <p:spPr>
          <a:xfrm>
            <a:off x="8170041" y="1986554"/>
            <a:ext cx="1505083" cy="244582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Chevron 6">
            <a:extLst>
              <a:ext uri="{FF2B5EF4-FFF2-40B4-BE49-F238E27FC236}">
                <a16:creationId xmlns:a16="http://schemas.microsoft.com/office/drawing/2014/main" id="{79D77DFC-2B1E-D097-883A-673AE1C454B4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2" name="Arrow: Chevron 6">
            <a:extLst>
              <a:ext uri="{FF2B5EF4-FFF2-40B4-BE49-F238E27FC236}">
                <a16:creationId xmlns:a16="http://schemas.microsoft.com/office/drawing/2014/main" id="{AB359E58-7297-7C60-619D-4EE0B5271841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3" name="Freeform: Shape 39">
            <a:extLst>
              <a:ext uri="{FF2B5EF4-FFF2-40B4-BE49-F238E27FC236}">
                <a16:creationId xmlns:a16="http://schemas.microsoft.com/office/drawing/2014/main" id="{C0CFAA84-7FC3-D49F-5DA5-CC64768FE5F2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54" name="Freeform: Shape 40">
            <a:extLst>
              <a:ext uri="{FF2B5EF4-FFF2-40B4-BE49-F238E27FC236}">
                <a16:creationId xmlns:a16="http://schemas.microsoft.com/office/drawing/2014/main" id="{D95EC949-A786-A42C-0DBB-655AAD9690C6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55" name="Arrow: Chevron 6">
            <a:extLst>
              <a:ext uri="{FF2B5EF4-FFF2-40B4-BE49-F238E27FC236}">
                <a16:creationId xmlns:a16="http://schemas.microsoft.com/office/drawing/2014/main" id="{AC4BE146-C71E-3F49-EB00-B505B77C8DDB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6" name="Freeform: Shape 40">
            <a:extLst>
              <a:ext uri="{FF2B5EF4-FFF2-40B4-BE49-F238E27FC236}">
                <a16:creationId xmlns:a16="http://schemas.microsoft.com/office/drawing/2014/main" id="{DD58C36F-B2C2-95AA-2E7C-BF766DBAD0B6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57" name="Freeform: Shape 39">
            <a:extLst>
              <a:ext uri="{FF2B5EF4-FFF2-40B4-BE49-F238E27FC236}">
                <a16:creationId xmlns:a16="http://schemas.microsoft.com/office/drawing/2014/main" id="{A843F87E-B16D-D8F2-DCD7-1BCFB308C687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58" name="Freeform: Shape 40">
            <a:extLst>
              <a:ext uri="{FF2B5EF4-FFF2-40B4-BE49-F238E27FC236}">
                <a16:creationId xmlns:a16="http://schemas.microsoft.com/office/drawing/2014/main" id="{5232E9E6-4BDF-9269-063C-83AE234EC2AF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59" name="Freeform: Shape 40">
            <a:extLst>
              <a:ext uri="{FF2B5EF4-FFF2-40B4-BE49-F238E27FC236}">
                <a16:creationId xmlns:a16="http://schemas.microsoft.com/office/drawing/2014/main" id="{91F13E2D-96B6-9215-B1EC-E79F04E9A30D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</a:p>
        </p:txBody>
      </p:sp>
      <p:sp>
        <p:nvSpPr>
          <p:cNvPr id="60" name="Freeform: Shape 40">
            <a:extLst>
              <a:ext uri="{FF2B5EF4-FFF2-40B4-BE49-F238E27FC236}">
                <a16:creationId xmlns:a16="http://schemas.microsoft.com/office/drawing/2014/main" id="{86EBEBE0-D916-4C32-7888-0F4EB195DD22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Manual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Test</a:t>
            </a:r>
          </a:p>
        </p:txBody>
      </p:sp>
      <p:sp>
        <p:nvSpPr>
          <p:cNvPr id="61" name="Freeform: Shape 39">
            <a:extLst>
              <a:ext uri="{FF2B5EF4-FFF2-40B4-BE49-F238E27FC236}">
                <a16:creationId xmlns:a16="http://schemas.microsoft.com/office/drawing/2014/main" id="{BD13D8D8-4BE1-F26A-5763-5CBC441A2394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62" name="Freeform: Shape 40">
            <a:extLst>
              <a:ext uri="{FF2B5EF4-FFF2-40B4-BE49-F238E27FC236}">
                <a16:creationId xmlns:a16="http://schemas.microsoft.com/office/drawing/2014/main" id="{C2591358-C427-BDCE-8220-447D278DCBC6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63" name="Freeform: Shape 39">
            <a:extLst>
              <a:ext uri="{FF2B5EF4-FFF2-40B4-BE49-F238E27FC236}">
                <a16:creationId xmlns:a16="http://schemas.microsoft.com/office/drawing/2014/main" id="{1ED5231A-66D0-A793-C17B-39D8EF5A27C3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344135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ED03-E17A-5AF3-7CB8-5C72C170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5D520A-4652-5AFF-2CD1-2FE67C3627F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5CD28A-AB11-694B-6627-919224D57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E3F12-0A9D-40B6-657E-AF6F39848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818" y="661628"/>
            <a:ext cx="7506551" cy="619637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431B9EF-24B7-B41F-AF77-0A70538AC361}"/>
              </a:ext>
            </a:extLst>
          </p:cNvPr>
          <p:cNvSpPr/>
          <p:nvPr/>
        </p:nvSpPr>
        <p:spPr>
          <a:xfrm>
            <a:off x="2327819" y="4296647"/>
            <a:ext cx="5635487" cy="318052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F39746-F42E-2319-021D-992BBA738BD7}"/>
              </a:ext>
            </a:extLst>
          </p:cNvPr>
          <p:cNvSpPr/>
          <p:nvPr/>
        </p:nvSpPr>
        <p:spPr>
          <a:xfrm>
            <a:off x="2327819" y="711935"/>
            <a:ext cx="5635487" cy="31805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F9AD3D3-FEF7-64A7-2A23-1CD25AD31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45" y="943305"/>
            <a:ext cx="3360440" cy="54223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99B3B0F-B528-4422-3FF1-7A37E3B0EA2E}"/>
              </a:ext>
            </a:extLst>
          </p:cNvPr>
          <p:cNvSpPr/>
          <p:nvPr/>
        </p:nvSpPr>
        <p:spPr>
          <a:xfrm>
            <a:off x="8544173" y="894391"/>
            <a:ext cx="1733683" cy="24458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D2A3CD-FBA5-E831-0D76-3760038BFE44}"/>
              </a:ext>
            </a:extLst>
          </p:cNvPr>
          <p:cNvSpPr/>
          <p:nvPr/>
        </p:nvSpPr>
        <p:spPr>
          <a:xfrm>
            <a:off x="8498453" y="1812818"/>
            <a:ext cx="1871350" cy="244582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Chevron 6">
            <a:extLst>
              <a:ext uri="{FF2B5EF4-FFF2-40B4-BE49-F238E27FC236}">
                <a16:creationId xmlns:a16="http://schemas.microsoft.com/office/drawing/2014/main" id="{FF0D9652-D141-2D40-52D2-CFB1F256F480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0" name="Arrow: Chevron 6">
            <a:extLst>
              <a:ext uri="{FF2B5EF4-FFF2-40B4-BE49-F238E27FC236}">
                <a16:creationId xmlns:a16="http://schemas.microsoft.com/office/drawing/2014/main" id="{627FE0C6-BAA2-5F8F-0847-50D20DEDA8C2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1" name="Freeform: Shape 39">
            <a:extLst>
              <a:ext uri="{FF2B5EF4-FFF2-40B4-BE49-F238E27FC236}">
                <a16:creationId xmlns:a16="http://schemas.microsoft.com/office/drawing/2014/main" id="{92B6659C-1812-5EF3-09CA-476812A1C5C0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52" name="Freeform: Shape 40">
            <a:extLst>
              <a:ext uri="{FF2B5EF4-FFF2-40B4-BE49-F238E27FC236}">
                <a16:creationId xmlns:a16="http://schemas.microsoft.com/office/drawing/2014/main" id="{D619AB6F-89CD-2C10-2026-F316DB97653B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53" name="Arrow: Chevron 6">
            <a:extLst>
              <a:ext uri="{FF2B5EF4-FFF2-40B4-BE49-F238E27FC236}">
                <a16:creationId xmlns:a16="http://schemas.microsoft.com/office/drawing/2014/main" id="{5FBE4698-620C-F39A-BDC4-B5D6886C4BA5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4" name="Freeform: Shape 40">
            <a:extLst>
              <a:ext uri="{FF2B5EF4-FFF2-40B4-BE49-F238E27FC236}">
                <a16:creationId xmlns:a16="http://schemas.microsoft.com/office/drawing/2014/main" id="{F72721AC-BD40-8EEC-6B35-2CDDF3DF56C6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55" name="Freeform: Shape 39">
            <a:extLst>
              <a:ext uri="{FF2B5EF4-FFF2-40B4-BE49-F238E27FC236}">
                <a16:creationId xmlns:a16="http://schemas.microsoft.com/office/drawing/2014/main" id="{6C7444B0-A4B1-7ED9-F806-C7973E3D7ED2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56" name="Freeform: Shape 40">
            <a:extLst>
              <a:ext uri="{FF2B5EF4-FFF2-40B4-BE49-F238E27FC236}">
                <a16:creationId xmlns:a16="http://schemas.microsoft.com/office/drawing/2014/main" id="{31B50454-A9B3-3411-C247-D453E891BE4A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57" name="Freeform: Shape 40">
            <a:extLst>
              <a:ext uri="{FF2B5EF4-FFF2-40B4-BE49-F238E27FC236}">
                <a16:creationId xmlns:a16="http://schemas.microsoft.com/office/drawing/2014/main" id="{D9146388-D18D-DD36-253A-9B5DFC7AD0EA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</a:p>
        </p:txBody>
      </p:sp>
      <p:sp>
        <p:nvSpPr>
          <p:cNvPr id="58" name="Freeform: Shape 40">
            <a:extLst>
              <a:ext uri="{FF2B5EF4-FFF2-40B4-BE49-F238E27FC236}">
                <a16:creationId xmlns:a16="http://schemas.microsoft.com/office/drawing/2014/main" id="{7BF56952-E9FB-0553-2267-86C63F2AF98B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Manual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Test</a:t>
            </a:r>
          </a:p>
        </p:txBody>
      </p:sp>
      <p:sp>
        <p:nvSpPr>
          <p:cNvPr id="59" name="Freeform: Shape 39">
            <a:extLst>
              <a:ext uri="{FF2B5EF4-FFF2-40B4-BE49-F238E27FC236}">
                <a16:creationId xmlns:a16="http://schemas.microsoft.com/office/drawing/2014/main" id="{27A5650B-7C09-900D-02E5-E87064EE2784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60" name="Freeform: Shape 40">
            <a:extLst>
              <a:ext uri="{FF2B5EF4-FFF2-40B4-BE49-F238E27FC236}">
                <a16:creationId xmlns:a16="http://schemas.microsoft.com/office/drawing/2014/main" id="{98DA2164-17B5-50A3-FAE8-4FD691944DD7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61" name="Freeform: Shape 39">
            <a:extLst>
              <a:ext uri="{FF2B5EF4-FFF2-40B4-BE49-F238E27FC236}">
                <a16:creationId xmlns:a16="http://schemas.microsoft.com/office/drawing/2014/main" id="{55D00A4F-9D1B-485E-C0F8-05FB2BBDF5FD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128059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DC9E-D120-9FF6-AA45-020CB915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82B691-85D8-CA87-2A45-920E858FAF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4BFE9C-03F6-9618-E929-0741AF16A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1FBFF-AF20-DC14-B0AD-9662E6E0D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963" y="661628"/>
            <a:ext cx="7506551" cy="619637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B08BD4E-F451-42A1-1832-6CC388AB5C52}"/>
              </a:ext>
            </a:extLst>
          </p:cNvPr>
          <p:cNvSpPr/>
          <p:nvPr/>
        </p:nvSpPr>
        <p:spPr>
          <a:xfrm>
            <a:off x="2327819" y="6264593"/>
            <a:ext cx="5635487" cy="31805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Chevron 6">
            <a:extLst>
              <a:ext uri="{FF2B5EF4-FFF2-40B4-BE49-F238E27FC236}">
                <a16:creationId xmlns:a16="http://schemas.microsoft.com/office/drawing/2014/main" id="{53CB39AD-8012-5F36-F37C-E8C54EA1D01C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6" name="Arrow: Chevron 6">
            <a:extLst>
              <a:ext uri="{FF2B5EF4-FFF2-40B4-BE49-F238E27FC236}">
                <a16:creationId xmlns:a16="http://schemas.microsoft.com/office/drawing/2014/main" id="{293AC378-FDCB-0C11-B772-4B3053A91444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7" name="Freeform: Shape 39">
            <a:extLst>
              <a:ext uri="{FF2B5EF4-FFF2-40B4-BE49-F238E27FC236}">
                <a16:creationId xmlns:a16="http://schemas.microsoft.com/office/drawing/2014/main" id="{779E5D70-999A-544A-1A24-F1F2D7BD1113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48" name="Freeform: Shape 40">
            <a:extLst>
              <a:ext uri="{FF2B5EF4-FFF2-40B4-BE49-F238E27FC236}">
                <a16:creationId xmlns:a16="http://schemas.microsoft.com/office/drawing/2014/main" id="{4ED36FB6-DE23-B5C6-5EBA-6C0667E9FE25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49" name="Arrow: Chevron 6">
            <a:extLst>
              <a:ext uri="{FF2B5EF4-FFF2-40B4-BE49-F238E27FC236}">
                <a16:creationId xmlns:a16="http://schemas.microsoft.com/office/drawing/2014/main" id="{029CF7F0-66D0-42CA-AD17-00F31845E55C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50" name="Freeform: Shape 40">
            <a:extLst>
              <a:ext uri="{FF2B5EF4-FFF2-40B4-BE49-F238E27FC236}">
                <a16:creationId xmlns:a16="http://schemas.microsoft.com/office/drawing/2014/main" id="{A93E213F-9B61-E2D6-7CC7-1B353586663C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51" name="Freeform: Shape 39">
            <a:extLst>
              <a:ext uri="{FF2B5EF4-FFF2-40B4-BE49-F238E27FC236}">
                <a16:creationId xmlns:a16="http://schemas.microsoft.com/office/drawing/2014/main" id="{4129A3E7-9D6C-A41B-99FE-6814147D6CD1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52" name="Freeform: Shape 40">
            <a:extLst>
              <a:ext uri="{FF2B5EF4-FFF2-40B4-BE49-F238E27FC236}">
                <a16:creationId xmlns:a16="http://schemas.microsoft.com/office/drawing/2014/main" id="{E370D8ED-E34D-95AC-18F6-E33B2F64E6C5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53" name="Freeform: Shape 40">
            <a:extLst>
              <a:ext uri="{FF2B5EF4-FFF2-40B4-BE49-F238E27FC236}">
                <a16:creationId xmlns:a16="http://schemas.microsoft.com/office/drawing/2014/main" id="{B6DF5CD5-B5C0-10B9-E729-C80A845DCFBD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</a:p>
        </p:txBody>
      </p:sp>
      <p:sp>
        <p:nvSpPr>
          <p:cNvPr id="54" name="Freeform: Shape 40">
            <a:extLst>
              <a:ext uri="{FF2B5EF4-FFF2-40B4-BE49-F238E27FC236}">
                <a16:creationId xmlns:a16="http://schemas.microsoft.com/office/drawing/2014/main" id="{0D69FFA6-1E5B-BDA0-E8B0-358ABA4D352E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Manual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Test</a:t>
            </a:r>
          </a:p>
        </p:txBody>
      </p:sp>
      <p:sp>
        <p:nvSpPr>
          <p:cNvPr id="55" name="Freeform: Shape 39">
            <a:extLst>
              <a:ext uri="{FF2B5EF4-FFF2-40B4-BE49-F238E27FC236}">
                <a16:creationId xmlns:a16="http://schemas.microsoft.com/office/drawing/2014/main" id="{7ACD58E4-C17D-A963-A2E1-2ADDB41817D9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56" name="Freeform: Shape 40">
            <a:extLst>
              <a:ext uri="{FF2B5EF4-FFF2-40B4-BE49-F238E27FC236}">
                <a16:creationId xmlns:a16="http://schemas.microsoft.com/office/drawing/2014/main" id="{7FFE57CE-723B-3A30-7B85-2740371B8FE8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57" name="Freeform: Shape 39">
            <a:extLst>
              <a:ext uri="{FF2B5EF4-FFF2-40B4-BE49-F238E27FC236}">
                <a16:creationId xmlns:a16="http://schemas.microsoft.com/office/drawing/2014/main" id="{DB33EB20-AAD4-7B45-8539-7D9813324F7F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38965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8033-AA73-E4CB-3B5A-7A800D8F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258DEE-0185-9403-6C8E-968638B3CA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224EE-075E-2B6D-A85E-C3E307E46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9BA9451-746B-2FC4-A2D4-9A5C40E1E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963" y="661628"/>
            <a:ext cx="7506551" cy="619637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9D19E3A-0C6D-DDF5-C955-5923DFB35A73}"/>
              </a:ext>
            </a:extLst>
          </p:cNvPr>
          <p:cNvSpPr/>
          <p:nvPr/>
        </p:nvSpPr>
        <p:spPr>
          <a:xfrm>
            <a:off x="2216426" y="785192"/>
            <a:ext cx="3899452" cy="298173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D5A20D-1280-6ED7-D5ED-48893D845A83}"/>
              </a:ext>
            </a:extLst>
          </p:cNvPr>
          <p:cNvSpPr/>
          <p:nvPr/>
        </p:nvSpPr>
        <p:spPr>
          <a:xfrm>
            <a:off x="2216426" y="1083365"/>
            <a:ext cx="5635487" cy="1036615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Chevron 6">
            <a:extLst>
              <a:ext uri="{FF2B5EF4-FFF2-40B4-BE49-F238E27FC236}">
                <a16:creationId xmlns:a16="http://schemas.microsoft.com/office/drawing/2014/main" id="{138277DE-8C8A-8813-2DFB-144685DB501A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1" name="Arrow: Chevron 6">
            <a:extLst>
              <a:ext uri="{FF2B5EF4-FFF2-40B4-BE49-F238E27FC236}">
                <a16:creationId xmlns:a16="http://schemas.microsoft.com/office/drawing/2014/main" id="{B9654E39-6E62-C0EC-0997-7B649EEF4EC8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5" name="Freeform: Shape 39">
            <a:extLst>
              <a:ext uri="{FF2B5EF4-FFF2-40B4-BE49-F238E27FC236}">
                <a16:creationId xmlns:a16="http://schemas.microsoft.com/office/drawing/2014/main" id="{926E8917-1D4D-9514-77BA-C984EB96CFE9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6" name="Freeform: Shape 40">
            <a:extLst>
              <a:ext uri="{FF2B5EF4-FFF2-40B4-BE49-F238E27FC236}">
                <a16:creationId xmlns:a16="http://schemas.microsoft.com/office/drawing/2014/main" id="{06F2840D-B8CA-98D1-A86C-47ED4A1846EB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7" name="Arrow: Chevron 6">
            <a:extLst>
              <a:ext uri="{FF2B5EF4-FFF2-40B4-BE49-F238E27FC236}">
                <a16:creationId xmlns:a16="http://schemas.microsoft.com/office/drawing/2014/main" id="{F94DEE1D-D8E7-40A9-470E-A177E5F73FD2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0D2354C4-9E66-6EF9-1F96-E4D5AC70C2E8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39" name="Freeform: Shape 39">
            <a:extLst>
              <a:ext uri="{FF2B5EF4-FFF2-40B4-BE49-F238E27FC236}">
                <a16:creationId xmlns:a16="http://schemas.microsoft.com/office/drawing/2014/main" id="{049C727C-643E-470B-2740-39D5F6B8E5F8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0" name="Freeform: Shape 40">
            <a:extLst>
              <a:ext uri="{FF2B5EF4-FFF2-40B4-BE49-F238E27FC236}">
                <a16:creationId xmlns:a16="http://schemas.microsoft.com/office/drawing/2014/main" id="{206FCA02-0218-821E-4D42-09DC65263167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F5D73F0-7602-505F-A69B-C8FC7A9FEBD3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ED6BC101-156B-CFA0-2F92-302DEDE3AF61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Manual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Test</a:t>
            </a:r>
          </a:p>
        </p:txBody>
      </p:sp>
      <p:sp>
        <p:nvSpPr>
          <p:cNvPr id="43" name="Freeform: Shape 39">
            <a:extLst>
              <a:ext uri="{FF2B5EF4-FFF2-40B4-BE49-F238E27FC236}">
                <a16:creationId xmlns:a16="http://schemas.microsoft.com/office/drawing/2014/main" id="{05A4E6A2-A79B-ED4E-6ED8-E53C10B9B2AD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FC9CB063-9AA9-F9EF-29F9-EEE9BCA08AF7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5" name="Freeform: Shape 39">
            <a:extLst>
              <a:ext uri="{FF2B5EF4-FFF2-40B4-BE49-F238E27FC236}">
                <a16:creationId xmlns:a16="http://schemas.microsoft.com/office/drawing/2014/main" id="{6C33CB6A-EE0C-E1C8-794B-073B16EA6DBD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127207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F60E-C575-3B89-7083-E1750E31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305EFC-400D-E66F-C173-3FD795012F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F2A6E2-9BB1-87ED-95FA-CEE61870F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30813-3A3D-ECE1-EF40-035FAE5F8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963" y="655168"/>
            <a:ext cx="7622386" cy="62028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A9C5B5-6B0C-04F0-57F1-A41E40C14730}"/>
              </a:ext>
            </a:extLst>
          </p:cNvPr>
          <p:cNvSpPr/>
          <p:nvPr/>
        </p:nvSpPr>
        <p:spPr>
          <a:xfrm>
            <a:off x="2327819" y="877588"/>
            <a:ext cx="5635487" cy="31805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73418-08DE-1F37-C9FE-672570DC5C48}"/>
              </a:ext>
            </a:extLst>
          </p:cNvPr>
          <p:cNvSpPr/>
          <p:nvPr/>
        </p:nvSpPr>
        <p:spPr>
          <a:xfrm>
            <a:off x="2327819" y="6262466"/>
            <a:ext cx="5635487" cy="31805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Chevron 6">
            <a:extLst>
              <a:ext uri="{FF2B5EF4-FFF2-40B4-BE49-F238E27FC236}">
                <a16:creationId xmlns:a16="http://schemas.microsoft.com/office/drawing/2014/main" id="{FC0A97E2-834A-0DFA-5647-A9F10C2C74B2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4" name="Arrow: Chevron 6">
            <a:extLst>
              <a:ext uri="{FF2B5EF4-FFF2-40B4-BE49-F238E27FC236}">
                <a16:creationId xmlns:a16="http://schemas.microsoft.com/office/drawing/2014/main" id="{76DA2151-2A47-939A-5FC7-45F7E4F40A8A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5" name="Freeform: Shape 39">
            <a:extLst>
              <a:ext uri="{FF2B5EF4-FFF2-40B4-BE49-F238E27FC236}">
                <a16:creationId xmlns:a16="http://schemas.microsoft.com/office/drawing/2014/main" id="{CB598E79-D5E7-2E3F-B9AF-D67995F0ACAA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6" name="Freeform: Shape 40">
            <a:extLst>
              <a:ext uri="{FF2B5EF4-FFF2-40B4-BE49-F238E27FC236}">
                <a16:creationId xmlns:a16="http://schemas.microsoft.com/office/drawing/2014/main" id="{9359FB7F-B20A-36E2-28A5-B66FACCB83AB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7" name="Arrow: Chevron 6">
            <a:extLst>
              <a:ext uri="{FF2B5EF4-FFF2-40B4-BE49-F238E27FC236}">
                <a16:creationId xmlns:a16="http://schemas.microsoft.com/office/drawing/2014/main" id="{23A9C8A0-CF6C-3F66-129A-10AFF85D956B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7DBB5661-54C9-1836-BBD5-5BE828F0B686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39" name="Freeform: Shape 39">
            <a:extLst>
              <a:ext uri="{FF2B5EF4-FFF2-40B4-BE49-F238E27FC236}">
                <a16:creationId xmlns:a16="http://schemas.microsoft.com/office/drawing/2014/main" id="{08A87310-D11D-E781-3448-101CB59D13C6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0" name="Freeform: Shape 40">
            <a:extLst>
              <a:ext uri="{FF2B5EF4-FFF2-40B4-BE49-F238E27FC236}">
                <a16:creationId xmlns:a16="http://schemas.microsoft.com/office/drawing/2014/main" id="{3089385D-E1CA-3AE4-3668-DC34CF5ED07C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FA5E182-54FF-6091-AA18-E12D235B83B0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AA1F6F7F-5806-E323-BB94-45647D15D64D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Manual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Test</a:t>
            </a:r>
          </a:p>
        </p:txBody>
      </p:sp>
      <p:sp>
        <p:nvSpPr>
          <p:cNvPr id="43" name="Freeform: Shape 39">
            <a:extLst>
              <a:ext uri="{FF2B5EF4-FFF2-40B4-BE49-F238E27FC236}">
                <a16:creationId xmlns:a16="http://schemas.microsoft.com/office/drawing/2014/main" id="{93659AEF-D34A-B0BF-582A-8F4D1E75BF83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9EE2F57C-49D4-EC69-DDD6-315C8A2F9D01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5" name="Freeform: Shape 39">
            <a:extLst>
              <a:ext uri="{FF2B5EF4-FFF2-40B4-BE49-F238E27FC236}">
                <a16:creationId xmlns:a16="http://schemas.microsoft.com/office/drawing/2014/main" id="{FE45B691-7858-2F4A-93BE-BED0D2BEFA16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107834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95495-B2C2-01A9-E0C2-ECD905ED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A2867A-562A-CFB4-DEBB-425A7262AD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45056E-29F3-35AB-DCA3-2E91E7278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5" name="Arrow: Chevron 6">
            <a:extLst>
              <a:ext uri="{FF2B5EF4-FFF2-40B4-BE49-F238E27FC236}">
                <a16:creationId xmlns:a16="http://schemas.microsoft.com/office/drawing/2014/main" id="{C9891600-D6B1-F95D-18BA-F55DAC03F278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105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6" name="Arrow: Chevron 6">
            <a:extLst>
              <a:ext uri="{FF2B5EF4-FFF2-40B4-BE49-F238E27FC236}">
                <a16:creationId xmlns:a16="http://schemas.microsoft.com/office/drawing/2014/main" id="{95A1997E-A795-43BE-624A-6947090242ED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7" name="Freeform: Shape 39">
            <a:extLst>
              <a:ext uri="{FF2B5EF4-FFF2-40B4-BE49-F238E27FC236}">
                <a16:creationId xmlns:a16="http://schemas.microsoft.com/office/drawing/2014/main" id="{D47BA4B4-9C15-660E-ADF5-02EE0144217F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2765250B-2470-5426-820A-6B00F2B14E5A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9" name="Arrow: Chevron 6">
            <a:extLst>
              <a:ext uri="{FF2B5EF4-FFF2-40B4-BE49-F238E27FC236}">
                <a16:creationId xmlns:a16="http://schemas.microsoft.com/office/drawing/2014/main" id="{BAD855F1-EFEA-ADDF-98B8-0033DA4751EE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0" name="Freeform: Shape 40">
            <a:extLst>
              <a:ext uri="{FF2B5EF4-FFF2-40B4-BE49-F238E27FC236}">
                <a16:creationId xmlns:a16="http://schemas.microsoft.com/office/drawing/2014/main" id="{882F3CB1-DCAD-CE09-CC47-FCD347A5599E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41" name="Freeform: Shape 39">
            <a:extLst>
              <a:ext uri="{FF2B5EF4-FFF2-40B4-BE49-F238E27FC236}">
                <a16:creationId xmlns:a16="http://schemas.microsoft.com/office/drawing/2014/main" id="{827DBE4E-2B3E-3508-3264-08113A30D2B2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35D355B9-7E6E-B66B-B613-50DC5E2D7AEC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3" name="Freeform: Shape 40">
            <a:extLst>
              <a:ext uri="{FF2B5EF4-FFF2-40B4-BE49-F238E27FC236}">
                <a16:creationId xmlns:a16="http://schemas.microsoft.com/office/drawing/2014/main" id="{45F479F3-E07F-CEFC-68B4-ACE03C2DB60C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A9523276-6880-1CF4-02BD-3F75B49C92E0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Manual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Test</a:t>
            </a:r>
          </a:p>
        </p:txBody>
      </p:sp>
      <p:sp>
        <p:nvSpPr>
          <p:cNvPr id="45" name="Freeform: Shape 39">
            <a:extLst>
              <a:ext uri="{FF2B5EF4-FFF2-40B4-BE49-F238E27FC236}">
                <a16:creationId xmlns:a16="http://schemas.microsoft.com/office/drawing/2014/main" id="{BB5F8DC3-3F34-CC1C-B85B-2287014E033B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6" name="Freeform: Shape 40">
            <a:extLst>
              <a:ext uri="{FF2B5EF4-FFF2-40B4-BE49-F238E27FC236}">
                <a16:creationId xmlns:a16="http://schemas.microsoft.com/office/drawing/2014/main" id="{7AA7E82D-D1B5-03CE-D633-CD13D7E68537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7" name="Freeform: Shape 39">
            <a:extLst>
              <a:ext uri="{FF2B5EF4-FFF2-40B4-BE49-F238E27FC236}">
                <a16:creationId xmlns:a16="http://schemas.microsoft.com/office/drawing/2014/main" id="{ACB762B5-0238-EA09-1295-1712A381858C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Handover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9E8F54-E997-54B8-DBE3-FAFD80733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55937"/>
            <a:ext cx="7772400" cy="610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4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174-8DAF-393C-106B-32F09DE6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7DF682-5540-CE67-AE1C-6A2256FA9B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0BDD4F-8C7B-F2F0-84D6-B3F074B29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5" name="Arrow: Chevron 6">
            <a:extLst>
              <a:ext uri="{FF2B5EF4-FFF2-40B4-BE49-F238E27FC236}">
                <a16:creationId xmlns:a16="http://schemas.microsoft.com/office/drawing/2014/main" id="{F0DE6FFE-3A86-FCA0-6378-2D476154F331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6" name="Arrow: Chevron 6">
            <a:extLst>
              <a:ext uri="{FF2B5EF4-FFF2-40B4-BE49-F238E27FC236}">
                <a16:creationId xmlns:a16="http://schemas.microsoft.com/office/drawing/2014/main" id="{C434A5C8-9053-A7E0-ACE1-3CA966991E36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7" name="Freeform: Shape 39">
            <a:extLst>
              <a:ext uri="{FF2B5EF4-FFF2-40B4-BE49-F238E27FC236}">
                <a16:creationId xmlns:a16="http://schemas.microsoft.com/office/drawing/2014/main" id="{2DC043AB-9A08-FC05-77BC-6540A6FCA36C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BDEF9D56-109C-DC61-452B-42B9C0269723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9" name="Arrow: Chevron 6">
            <a:extLst>
              <a:ext uri="{FF2B5EF4-FFF2-40B4-BE49-F238E27FC236}">
                <a16:creationId xmlns:a16="http://schemas.microsoft.com/office/drawing/2014/main" id="{511BE52D-5237-D1BE-84CC-F9354FFC0C87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0" name="Freeform: Shape 40">
            <a:extLst>
              <a:ext uri="{FF2B5EF4-FFF2-40B4-BE49-F238E27FC236}">
                <a16:creationId xmlns:a16="http://schemas.microsoft.com/office/drawing/2014/main" id="{B2B5B0CE-8199-CEEC-56CD-6F9262EED093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41" name="Freeform: Shape 39">
            <a:extLst>
              <a:ext uri="{FF2B5EF4-FFF2-40B4-BE49-F238E27FC236}">
                <a16:creationId xmlns:a16="http://schemas.microsoft.com/office/drawing/2014/main" id="{3F3AE44B-4F75-C18E-2AA7-522D71BFAC2A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E32434E9-8D2F-CE90-AEB2-2F27BD929327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3" name="Freeform: Shape 40">
            <a:extLst>
              <a:ext uri="{FF2B5EF4-FFF2-40B4-BE49-F238E27FC236}">
                <a16:creationId xmlns:a16="http://schemas.microsoft.com/office/drawing/2014/main" id="{F822B5DD-D4CC-2879-3286-C44F7203C097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EA7656D8-B38D-1F8D-99DD-51F5B7791E9D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Manual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Test</a:t>
            </a:r>
          </a:p>
        </p:txBody>
      </p:sp>
      <p:sp>
        <p:nvSpPr>
          <p:cNvPr id="45" name="Freeform: Shape 39">
            <a:extLst>
              <a:ext uri="{FF2B5EF4-FFF2-40B4-BE49-F238E27FC236}">
                <a16:creationId xmlns:a16="http://schemas.microsoft.com/office/drawing/2014/main" id="{FD0F6920-057A-E039-6B8A-D93B3E80B9C0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Plan 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6" name="Freeform: Shape 40">
            <a:extLst>
              <a:ext uri="{FF2B5EF4-FFF2-40B4-BE49-F238E27FC236}">
                <a16:creationId xmlns:a16="http://schemas.microsoft.com/office/drawing/2014/main" id="{E3379BE4-3AAE-BA11-BC2C-621CC168719C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7" name="Freeform: Shape 39">
            <a:extLst>
              <a:ext uri="{FF2B5EF4-FFF2-40B4-BE49-F238E27FC236}">
                <a16:creationId xmlns:a16="http://schemas.microsoft.com/office/drawing/2014/main" id="{2D644379-7563-924E-2E28-094F46E93A7C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A6EA58-35BA-50E9-1099-2C421317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27" y="717927"/>
            <a:ext cx="10854746" cy="59419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4DD3CB-7FAB-C13C-9524-9CCCA956C1D6}"/>
              </a:ext>
            </a:extLst>
          </p:cNvPr>
          <p:cNvSpPr/>
          <p:nvPr/>
        </p:nvSpPr>
        <p:spPr>
          <a:xfrm>
            <a:off x="7158181" y="1496291"/>
            <a:ext cx="4276437" cy="4202545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6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1476-B9A5-58D5-04AE-79E4C35BA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6506EA-B9F0-1748-901A-C3B56B590E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1AF81-B41B-675F-0847-D8E3035B8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5" name="Arrow: Chevron 6">
            <a:extLst>
              <a:ext uri="{FF2B5EF4-FFF2-40B4-BE49-F238E27FC236}">
                <a16:creationId xmlns:a16="http://schemas.microsoft.com/office/drawing/2014/main" id="{0BE40B0A-CF84-5043-EC28-E24971347ACB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6" name="Arrow: Chevron 6">
            <a:extLst>
              <a:ext uri="{FF2B5EF4-FFF2-40B4-BE49-F238E27FC236}">
                <a16:creationId xmlns:a16="http://schemas.microsoft.com/office/drawing/2014/main" id="{F65B2449-7393-7FE7-C77F-E37A07C2FABF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7" name="Freeform: Shape 39">
            <a:extLst>
              <a:ext uri="{FF2B5EF4-FFF2-40B4-BE49-F238E27FC236}">
                <a16:creationId xmlns:a16="http://schemas.microsoft.com/office/drawing/2014/main" id="{0200608E-6122-7F41-0FF2-6B26AE8EE592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FC3A8E25-01E8-A5F7-C4D7-376C413A0EB1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9" name="Arrow: Chevron 6">
            <a:extLst>
              <a:ext uri="{FF2B5EF4-FFF2-40B4-BE49-F238E27FC236}">
                <a16:creationId xmlns:a16="http://schemas.microsoft.com/office/drawing/2014/main" id="{D29641CE-1EC2-A50C-6406-A196765176DD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0" name="Freeform: Shape 40">
            <a:extLst>
              <a:ext uri="{FF2B5EF4-FFF2-40B4-BE49-F238E27FC236}">
                <a16:creationId xmlns:a16="http://schemas.microsoft.com/office/drawing/2014/main" id="{7FE3540A-CC28-B8D5-11C3-8EE859AD74F6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41" name="Freeform: Shape 39">
            <a:extLst>
              <a:ext uri="{FF2B5EF4-FFF2-40B4-BE49-F238E27FC236}">
                <a16:creationId xmlns:a16="http://schemas.microsoft.com/office/drawing/2014/main" id="{DB4F8271-8435-0B90-FCE6-1CBB6BD0EB5F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3A0DB0FE-F245-DDA9-B3B6-130C5417B112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3" name="Freeform: Shape 40">
            <a:extLst>
              <a:ext uri="{FF2B5EF4-FFF2-40B4-BE49-F238E27FC236}">
                <a16:creationId xmlns:a16="http://schemas.microsoft.com/office/drawing/2014/main" id="{220E873C-D579-95E0-638A-741E68EC0284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409F32CF-2C44-9EC4-0468-ECD1E11A7DF1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Manual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Test</a:t>
            </a:r>
          </a:p>
        </p:txBody>
      </p:sp>
      <p:sp>
        <p:nvSpPr>
          <p:cNvPr id="45" name="Freeform: Shape 39">
            <a:extLst>
              <a:ext uri="{FF2B5EF4-FFF2-40B4-BE49-F238E27FC236}">
                <a16:creationId xmlns:a16="http://schemas.microsoft.com/office/drawing/2014/main" id="{0769E2C6-0389-689A-0B44-E209688EC8E8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UI Test</a:t>
            </a:r>
          </a:p>
        </p:txBody>
      </p:sp>
      <p:sp>
        <p:nvSpPr>
          <p:cNvPr id="46" name="Freeform: Shape 40">
            <a:extLst>
              <a:ext uri="{FF2B5EF4-FFF2-40B4-BE49-F238E27FC236}">
                <a16:creationId xmlns:a16="http://schemas.microsoft.com/office/drawing/2014/main" id="{41F81AC1-B2D6-25BD-E091-02803FAB1CA1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Implement</a:t>
            </a:r>
            <a:b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</a:br>
            <a:r>
              <a:rPr 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Graphik Black"/>
              </a:rPr>
              <a:t>UI Test</a:t>
            </a:r>
          </a:p>
        </p:txBody>
      </p:sp>
      <p:sp>
        <p:nvSpPr>
          <p:cNvPr id="47" name="Freeform: Shape 39">
            <a:extLst>
              <a:ext uri="{FF2B5EF4-FFF2-40B4-BE49-F238E27FC236}">
                <a16:creationId xmlns:a16="http://schemas.microsoft.com/office/drawing/2014/main" id="{FF598A4A-7F77-0FC0-6444-C8B6B7DA8FA6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F645CA-9A0F-D2E4-7562-DDA431B12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27" y="716977"/>
            <a:ext cx="10856482" cy="59429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0C14E8-600E-9DE9-9111-1B228EDC38DD}"/>
              </a:ext>
            </a:extLst>
          </p:cNvPr>
          <p:cNvSpPr/>
          <p:nvPr/>
        </p:nvSpPr>
        <p:spPr>
          <a:xfrm>
            <a:off x="7224600" y="1745673"/>
            <a:ext cx="2445874" cy="1413163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7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D818-BE46-6A51-61A1-032254CE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7D868-38E5-FBBF-D4EE-C08F2C5F9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ACCEB-D43E-56B3-23B8-95B6285C2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87FDB-5AAF-A142-BF7A-445430612A3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5" name="Arrow: Chevron 6">
            <a:extLst>
              <a:ext uri="{FF2B5EF4-FFF2-40B4-BE49-F238E27FC236}">
                <a16:creationId xmlns:a16="http://schemas.microsoft.com/office/drawing/2014/main" id="{3E89E470-BB6E-A688-02F5-8AF75AD0D847}"/>
              </a:ext>
            </a:extLst>
          </p:cNvPr>
          <p:cNvSpPr/>
          <p:nvPr/>
        </p:nvSpPr>
        <p:spPr>
          <a:xfrm>
            <a:off x="8248977" y="147128"/>
            <a:ext cx="3586430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6" name="Arrow: Chevron 6">
            <a:extLst>
              <a:ext uri="{FF2B5EF4-FFF2-40B4-BE49-F238E27FC236}">
                <a16:creationId xmlns:a16="http://schemas.microsoft.com/office/drawing/2014/main" id="{97A77222-D45F-56AD-E807-9D07902CFA2E}"/>
              </a:ext>
            </a:extLst>
          </p:cNvPr>
          <p:cNvSpPr/>
          <p:nvPr/>
        </p:nvSpPr>
        <p:spPr>
          <a:xfrm>
            <a:off x="356593" y="148078"/>
            <a:ext cx="3544575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37" name="Freeform: Shape 39">
            <a:extLst>
              <a:ext uri="{FF2B5EF4-FFF2-40B4-BE49-F238E27FC236}">
                <a16:creationId xmlns:a16="http://schemas.microsoft.com/office/drawing/2014/main" id="{E86C0EC3-245F-B853-FD1D-703C9ED4284F}"/>
              </a:ext>
            </a:extLst>
          </p:cNvPr>
          <p:cNvSpPr/>
          <p:nvPr/>
        </p:nvSpPr>
        <p:spPr>
          <a:xfrm>
            <a:off x="514101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Idea </a:t>
            </a:r>
          </a:p>
        </p:txBody>
      </p:sp>
      <p:sp>
        <p:nvSpPr>
          <p:cNvPr id="38" name="Freeform: Shape 40">
            <a:extLst>
              <a:ext uri="{FF2B5EF4-FFF2-40B4-BE49-F238E27FC236}">
                <a16:creationId xmlns:a16="http://schemas.microsoft.com/office/drawing/2014/main" id="{DFFECDF0-68D1-D88B-6B44-730FE6D9587A}"/>
              </a:ext>
            </a:extLst>
          </p:cNvPr>
          <p:cNvSpPr/>
          <p:nvPr/>
        </p:nvSpPr>
        <p:spPr>
          <a:xfrm>
            <a:off x="1571283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Feature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Definition</a:t>
            </a:r>
          </a:p>
        </p:txBody>
      </p:sp>
      <p:sp>
        <p:nvSpPr>
          <p:cNvPr id="39" name="Arrow: Chevron 6">
            <a:extLst>
              <a:ext uri="{FF2B5EF4-FFF2-40B4-BE49-F238E27FC236}">
                <a16:creationId xmlns:a16="http://schemas.microsoft.com/office/drawing/2014/main" id="{8C588409-7667-1ECA-EABC-6C18B4B66139}"/>
              </a:ext>
            </a:extLst>
          </p:cNvPr>
          <p:cNvSpPr/>
          <p:nvPr/>
        </p:nvSpPr>
        <p:spPr>
          <a:xfrm>
            <a:off x="3764647" y="147603"/>
            <a:ext cx="4641878" cy="413732"/>
          </a:xfrm>
          <a:prstGeom prst="chevron">
            <a:avLst>
              <a:gd name="adj" fmla="val 69841"/>
            </a:avLst>
          </a:prstGeom>
          <a:solidFill>
            <a:srgbClr val="4C7C1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endParaRPr lang="en-US" sz="2400" b="1" kern="0">
              <a:solidFill>
                <a:prstClr val="white"/>
              </a:solidFill>
              <a:latin typeface="Graphik Black"/>
            </a:endParaRPr>
          </a:p>
        </p:txBody>
      </p:sp>
      <p:sp>
        <p:nvSpPr>
          <p:cNvPr id="40" name="Freeform: Shape 40">
            <a:extLst>
              <a:ext uri="{FF2B5EF4-FFF2-40B4-BE49-F238E27FC236}">
                <a16:creationId xmlns:a16="http://schemas.microsoft.com/office/drawing/2014/main" id="{075879F5-D9A3-A09F-7809-969DC22971B5}"/>
              </a:ext>
            </a:extLst>
          </p:cNvPr>
          <p:cNvSpPr/>
          <p:nvPr/>
        </p:nvSpPr>
        <p:spPr>
          <a:xfrm>
            <a:off x="2608806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Create User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Story in Jira</a:t>
            </a:r>
          </a:p>
        </p:txBody>
      </p:sp>
      <p:sp>
        <p:nvSpPr>
          <p:cNvPr id="41" name="Freeform: Shape 39">
            <a:extLst>
              <a:ext uri="{FF2B5EF4-FFF2-40B4-BE49-F238E27FC236}">
                <a16:creationId xmlns:a16="http://schemas.microsoft.com/office/drawing/2014/main" id="{3CDA948A-D929-63F7-AF18-96C627985FEC}"/>
              </a:ext>
            </a:extLst>
          </p:cNvPr>
          <p:cNvSpPr/>
          <p:nvPr/>
        </p:nvSpPr>
        <p:spPr>
          <a:xfrm>
            <a:off x="3913436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2A203A3C-7A92-5688-D10A-813BB0682038}"/>
              </a:ext>
            </a:extLst>
          </p:cNvPr>
          <p:cNvSpPr/>
          <p:nvPr/>
        </p:nvSpPr>
        <p:spPr>
          <a:xfrm>
            <a:off x="4943534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</a:t>
            </a:r>
          </a:p>
        </p:txBody>
      </p:sp>
      <p:sp>
        <p:nvSpPr>
          <p:cNvPr id="43" name="Freeform: Shape 40">
            <a:extLst>
              <a:ext uri="{FF2B5EF4-FFF2-40B4-BE49-F238E27FC236}">
                <a16:creationId xmlns:a16="http://schemas.microsoft.com/office/drawing/2014/main" id="{D914B830-5C93-0E8C-E27E-205FDD978254}"/>
              </a:ext>
            </a:extLst>
          </p:cNvPr>
          <p:cNvSpPr/>
          <p:nvPr/>
        </p:nvSpPr>
        <p:spPr>
          <a:xfrm>
            <a:off x="6008140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</a:p>
        </p:txBody>
      </p:sp>
      <p:sp>
        <p:nvSpPr>
          <p:cNvPr id="44" name="Freeform: Shape 40">
            <a:extLst>
              <a:ext uri="{FF2B5EF4-FFF2-40B4-BE49-F238E27FC236}">
                <a16:creationId xmlns:a16="http://schemas.microsoft.com/office/drawing/2014/main" id="{AC1A8648-5DB3-C654-2AB1-47AAE86F3D1E}"/>
              </a:ext>
            </a:extLst>
          </p:cNvPr>
          <p:cNvSpPr/>
          <p:nvPr/>
        </p:nvSpPr>
        <p:spPr>
          <a:xfrm>
            <a:off x="7065321" y="197723"/>
            <a:ext cx="1216459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Manual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Test</a:t>
            </a:r>
          </a:p>
        </p:txBody>
      </p:sp>
      <p:sp>
        <p:nvSpPr>
          <p:cNvPr id="45" name="Freeform: Shape 39">
            <a:extLst>
              <a:ext uri="{FF2B5EF4-FFF2-40B4-BE49-F238E27FC236}">
                <a16:creationId xmlns:a16="http://schemas.microsoft.com/office/drawing/2014/main" id="{7BCC7FCE-90CE-5877-B3D6-EBA674859C56}"/>
              </a:ext>
            </a:extLst>
          </p:cNvPr>
          <p:cNvSpPr/>
          <p:nvPr/>
        </p:nvSpPr>
        <p:spPr>
          <a:xfrm>
            <a:off x="9471130" y="19772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Plan 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UI Test</a:t>
            </a:r>
          </a:p>
        </p:txBody>
      </p:sp>
      <p:sp>
        <p:nvSpPr>
          <p:cNvPr id="46" name="Freeform: Shape 40">
            <a:extLst>
              <a:ext uri="{FF2B5EF4-FFF2-40B4-BE49-F238E27FC236}">
                <a16:creationId xmlns:a16="http://schemas.microsoft.com/office/drawing/2014/main" id="{50B88613-5ED1-F208-1E7A-463CE0C73B3F}"/>
              </a:ext>
            </a:extLst>
          </p:cNvPr>
          <p:cNvSpPr/>
          <p:nvPr/>
        </p:nvSpPr>
        <p:spPr>
          <a:xfrm>
            <a:off x="10528312" y="197723"/>
            <a:ext cx="1196800" cy="314442"/>
          </a:xfrm>
          <a:custGeom>
            <a:avLst/>
            <a:gdLst>
              <a:gd name="connsiteX0" fmla="*/ 0 w 1134075"/>
              <a:gd name="connsiteY0" fmla="*/ 0 h 453630"/>
              <a:gd name="connsiteX1" fmla="*/ 907260 w 1134075"/>
              <a:gd name="connsiteY1" fmla="*/ 0 h 453630"/>
              <a:gd name="connsiteX2" fmla="*/ 1134075 w 1134075"/>
              <a:gd name="connsiteY2" fmla="*/ 226815 h 453630"/>
              <a:gd name="connsiteX3" fmla="*/ 907260 w 1134075"/>
              <a:gd name="connsiteY3" fmla="*/ 453630 h 453630"/>
              <a:gd name="connsiteX4" fmla="*/ 0 w 1134075"/>
              <a:gd name="connsiteY4" fmla="*/ 453630 h 453630"/>
              <a:gd name="connsiteX5" fmla="*/ 226815 w 1134075"/>
              <a:gd name="connsiteY5" fmla="*/ 226815 h 453630"/>
              <a:gd name="connsiteX6" fmla="*/ 0 w 1134075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075" h="453630">
                <a:moveTo>
                  <a:pt x="0" y="0"/>
                </a:moveTo>
                <a:lnTo>
                  <a:pt x="907260" y="0"/>
                </a:lnTo>
                <a:lnTo>
                  <a:pt x="1134075" y="226815"/>
                </a:lnTo>
                <a:lnTo>
                  <a:pt x="907260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Implement</a:t>
            </a:r>
            <a:br>
              <a:rPr lang="en-US" sz="1100" b="1" kern="0">
                <a:solidFill>
                  <a:prstClr val="white"/>
                </a:solidFill>
                <a:latin typeface="Graphik Black"/>
              </a:rPr>
            </a:br>
            <a:r>
              <a:rPr lang="en-US" sz="1100" b="1" kern="0">
                <a:solidFill>
                  <a:prstClr val="white"/>
                </a:solidFill>
                <a:latin typeface="Graphik Black"/>
              </a:rPr>
              <a:t>UI Test</a:t>
            </a:r>
          </a:p>
        </p:txBody>
      </p:sp>
      <p:sp>
        <p:nvSpPr>
          <p:cNvPr id="47" name="Freeform: Shape 39">
            <a:extLst>
              <a:ext uri="{FF2B5EF4-FFF2-40B4-BE49-F238E27FC236}">
                <a16:creationId xmlns:a16="http://schemas.microsoft.com/office/drawing/2014/main" id="{F0394B86-7962-3893-31A9-081B87F0DE30}"/>
              </a:ext>
            </a:extLst>
          </p:cNvPr>
          <p:cNvSpPr/>
          <p:nvPr/>
        </p:nvSpPr>
        <p:spPr>
          <a:xfrm>
            <a:off x="8406524" y="196773"/>
            <a:ext cx="1189376" cy="314442"/>
          </a:xfrm>
          <a:custGeom>
            <a:avLst/>
            <a:gdLst>
              <a:gd name="connsiteX0" fmla="*/ 0 w 1206441"/>
              <a:gd name="connsiteY0" fmla="*/ 0 h 453630"/>
              <a:gd name="connsiteX1" fmla="*/ 979626 w 1206441"/>
              <a:gd name="connsiteY1" fmla="*/ 0 h 453630"/>
              <a:gd name="connsiteX2" fmla="*/ 1206441 w 1206441"/>
              <a:gd name="connsiteY2" fmla="*/ 226815 h 453630"/>
              <a:gd name="connsiteX3" fmla="*/ 979626 w 1206441"/>
              <a:gd name="connsiteY3" fmla="*/ 453630 h 453630"/>
              <a:gd name="connsiteX4" fmla="*/ 0 w 1206441"/>
              <a:gd name="connsiteY4" fmla="*/ 453630 h 453630"/>
              <a:gd name="connsiteX5" fmla="*/ 226815 w 1206441"/>
              <a:gd name="connsiteY5" fmla="*/ 226815 h 453630"/>
              <a:gd name="connsiteX6" fmla="*/ 0 w 1206441"/>
              <a:gd name="connsiteY6" fmla="*/ 0 h 453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6441" h="453630">
                <a:moveTo>
                  <a:pt x="0" y="0"/>
                </a:moveTo>
                <a:lnTo>
                  <a:pt x="979626" y="0"/>
                </a:lnTo>
                <a:lnTo>
                  <a:pt x="1206441" y="226815"/>
                </a:lnTo>
                <a:lnTo>
                  <a:pt x="979626" y="453630"/>
                </a:lnTo>
                <a:lnTo>
                  <a:pt x="0" y="453630"/>
                </a:lnTo>
                <a:lnTo>
                  <a:pt x="226815" y="226815"/>
                </a:lnTo>
                <a:lnTo>
                  <a:pt x="0" y="0"/>
                </a:lnTo>
                <a:close/>
              </a:path>
            </a:pathLst>
          </a:custGeom>
          <a:solidFill>
            <a:srgbClr val="33520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8000" rIns="48000" rtlCol="0" anchor="ctr">
            <a:noAutofit/>
          </a:bodyPr>
          <a:lstStyle/>
          <a:p>
            <a:pPr algn="ctr"/>
            <a:r>
              <a:rPr lang="en-US" sz="1100" b="1" kern="0">
                <a:solidFill>
                  <a:prstClr val="white"/>
                </a:solidFill>
                <a:latin typeface="Graphik Black"/>
              </a:rPr>
              <a:t>Handover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375686-E34D-8432-FB13-6DCE33260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91" y="716027"/>
            <a:ext cx="10856482" cy="59429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DD3A16-0BDC-4A2A-23ED-1289B102CAD4}"/>
              </a:ext>
            </a:extLst>
          </p:cNvPr>
          <p:cNvSpPr/>
          <p:nvPr/>
        </p:nvSpPr>
        <p:spPr>
          <a:xfrm>
            <a:off x="7224599" y="3188815"/>
            <a:ext cx="4219256" cy="2002021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4B64DF-6494-D86B-3257-10FAE4754EB3}"/>
              </a:ext>
            </a:extLst>
          </p:cNvPr>
          <p:cNvSpPr/>
          <p:nvPr/>
        </p:nvSpPr>
        <p:spPr>
          <a:xfrm>
            <a:off x="2687782" y="1847273"/>
            <a:ext cx="3223491" cy="1653310"/>
          </a:xfrm>
          <a:prstGeom prst="rect">
            <a:avLst/>
          </a:prstGeom>
          <a:noFill/>
          <a:ln w="57150" cap="flat" cmpd="sng" algn="ctr">
            <a:solidFill>
              <a:srgbClr val="3352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75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SP_AGENDA" val="SectionNumber SlideNumber"/>
  <p:tag name="THINKCELLPRESENTATIONDONOTDELETE" val="&lt;?xml version=&quot;1.0&quot; encoding=&quot;UTF-16&quot; standalone=&quot;yes&quot;?&gt;&lt;root reqver=&quot;28224&quot;&gt;&lt;version val=&quot;3585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3.62932273469058319648E+00&quot;&gt;&lt;m_msothmcolidx val=&quot;0&quot;/&gt;&lt;m_rgb r=&quot;66&quot; g=&quot;94&quot; b=&quot;31&quot;/&gt;&lt;/elem&gt;&lt;elem m_fUsage=&quot;2.86891844218874236816E+00&quot;&gt;&lt;m_msothmcolidx val=&quot;0&quot;/&gt;&lt;m_rgb r=&quot;DB&quot; g=&quot;E6&quot; b=&quot;9E&quot;/&gt;&lt;/elem&gt;&lt;elem m_fUsage=&quot;1.75468487786660842787E+00&quot;&gt;&lt;m_msothmcolidx val=&quot;0&quot;/&gt;&lt;m_rgb r=&quot;00&quot; g=&quot;67&quot; b=&quot;29&quot;/&gt;&lt;/elem&gt;&lt;elem m_fUsage=&quot;6.56100000000000127542E-01&quot;&gt;&lt;m_msothmcolidx val=&quot;0&quot;/&gt;&lt;m_rgb r=&quot;FF&quot; g=&quot;CB&quot; b=&quot;00&quot;/&gt;&lt;/elem&gt;&lt;elem m_fUsage=&quot;3.91193150979833204062E-01&quot;&gt;&lt;m_msothmcolidx val=&quot;0&quot;/&gt;&lt;m_rgb r=&quot;36&quot; g=&quot;8A&quot; b=&quot;B3&quot;/&gt;&lt;/elem&gt;&lt;elem m_fUsage=&quot;2.28767924549610118801E-01&quot;&gt;&lt;m_msothmcolidx val=&quot;0&quot;/&gt;&lt;m_rgb r=&quot;FF&quot; g=&quot;FF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8YLKu0URieVTddMsvDnE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en-US"/>
  <p:tag name="MIO_USER_INPUT_REQUIRED" val="Individual information;Please enter your individual information:"/>
  <p:tag name="MIO_USER_INPUT_TEXT" val=" 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de-DE"/>
  <p:tag name="MIO_USER_INPUT_REQUIRED" val="Individueller Informationsbereich;Bitte fügen Sie Ihre individuelle Information hinzu:"/>
  <p:tag name="MIO_USER_INPUT_TEXT" val=" 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LFD0rQn1d0ljJOJfNuY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XZe9Nlzz_Y60IwjdIJ2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GXLFaWNrdsvofW5sZgU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38DI_LN2LbJU400tHNR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RN2m7XALE31zqL8njVDh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gk2ZZQqXETjFXydhg0WC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1l2tP28yPIBtoVatBgg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o_gnBr0LgVHAj5ZS9hd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1l2tP28yPIBtoVatBgg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LFD0rQn1d0ljJOJfNuY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.CHeN4Q2.4JaAGXx_SJ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FRNd7X32qaGQ85NCRO1t"/>
  <p:tag name="DVSHEQ" val="-1370166448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FRNd7X32qaGQ85NCRO1t"/>
  <p:tag name="DVSHEQ" val="-1370166448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FRNd7X32qaGQ85NCRO1t"/>
  <p:tag name="DVSHEQ" val="-1370166448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FRNd7X32qaGQ85NCRO1t"/>
  <p:tag name="DVSHEQ" val="-1370166448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FRNd7X32qaGQ85NCRO1t"/>
  <p:tag name="DVSHEQ" val="-1370166448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FhWWbI87aM3i7pLqCUq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fsnHhUQy.mRzBguZfr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dWUhXZTNastCAxl6kLf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heme/theme1.xml><?xml version="1.0" encoding="utf-8"?>
<a:theme xmlns:a="http://schemas.openxmlformats.org/drawingml/2006/main" name="1_USE THIS ">
  <a:themeElements>
    <a:clrScheme name="HDI">
      <a:dk1>
        <a:sysClr val="windowText" lastClr="000000"/>
      </a:dk1>
      <a:lt1>
        <a:sysClr val="window" lastClr="FFFFFF"/>
      </a:lt1>
      <a:dk2>
        <a:srgbClr val="65A518"/>
      </a:dk2>
      <a:lt2>
        <a:srgbClr val="006729"/>
      </a:lt2>
      <a:accent1>
        <a:srgbClr val="E60018"/>
      </a:accent1>
      <a:accent2>
        <a:srgbClr val="65A518"/>
      </a:accent2>
      <a:accent3>
        <a:srgbClr val="151515"/>
      </a:accent3>
      <a:accent4>
        <a:srgbClr val="6E6E6E"/>
      </a:accent4>
      <a:accent5>
        <a:srgbClr val="9D9D9D"/>
      </a:accent5>
      <a:accent6>
        <a:srgbClr val="C6C6C6"/>
      </a:accent6>
      <a:hlink>
        <a:srgbClr val="A5A5A5"/>
      </a:hlink>
      <a:folHlink>
        <a:srgbClr val="FFFFFF"/>
      </a:folHlink>
    </a:clrScheme>
    <a:fontScheme name="Custom 15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A3691"/>
        </a:solidFill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lumMod val="100000"/>
                  <a:shade val="50000"/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bg2">
              <a:lumMod val="100000"/>
            </a:schemeClr>
          </a:solidFill>
          <a:prstDash val="solid"/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ivaudan">
  <a:themeElements>
    <a:clrScheme name="Givaudan">
      <a:dk1>
        <a:srgbClr val="000000"/>
      </a:dk1>
      <a:lt1>
        <a:srgbClr val="FFFFFF"/>
      </a:lt1>
      <a:dk2>
        <a:srgbClr val="525252"/>
      </a:dk2>
      <a:lt2>
        <a:srgbClr val="FFFFFF"/>
      </a:lt2>
      <a:accent1>
        <a:srgbClr val="006DA3"/>
      </a:accent1>
      <a:accent2>
        <a:srgbClr val="006DA3"/>
      </a:accent2>
      <a:accent3>
        <a:srgbClr val="000000"/>
      </a:accent3>
      <a:accent4>
        <a:srgbClr val="000000"/>
      </a:accent4>
      <a:accent5>
        <a:srgbClr val="939393"/>
      </a:accent5>
      <a:accent6>
        <a:srgbClr val="333333"/>
      </a:accent6>
      <a:hlink>
        <a:srgbClr val="006DA3"/>
      </a:hlink>
      <a:folHlink>
        <a:srgbClr val="006DA3"/>
      </a:folHlink>
    </a:clrScheme>
    <a:fontScheme name="ACN 02">
      <a:majorFont>
        <a:latin typeface="Graphik Semibold"/>
        <a:ea typeface=""/>
        <a:cs typeface=""/>
      </a:majorFont>
      <a:minorFont>
        <a:latin typeface="Graphik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blank" id="{364B5865-CB5C-4FFD-810E-DBD4BEE8BE05}" vid="{48CBE1EF-FA9A-4CE0-AF73-C2CB801E2D1D}"/>
    </a:ext>
  </a:extLst>
</a:theme>
</file>

<file path=ppt/theme/theme3.xml><?xml version="1.0" encoding="utf-8"?>
<a:theme xmlns:a="http://schemas.openxmlformats.org/drawingml/2006/main" name="Accenture Consulting Template 16x9">
  <a:themeElements>
    <a:clrScheme name="Consulting Health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460073"/>
      </a:accent1>
      <a:accent2>
        <a:srgbClr val="7500C0"/>
      </a:accent2>
      <a:accent3>
        <a:srgbClr val="A100FF"/>
      </a:accent3>
      <a:accent4>
        <a:srgbClr val="5A5A5A"/>
      </a:accent4>
      <a:accent5>
        <a:srgbClr val="969696"/>
      </a:accent5>
      <a:accent6>
        <a:srgbClr val="BEBEBE"/>
      </a:accent6>
      <a:hlink>
        <a:srgbClr val="A100FF"/>
      </a:hlink>
      <a:folHlink>
        <a:srgbClr val="BEBEBE"/>
      </a:folHlink>
    </a:clrScheme>
    <a:fontScheme name="Custom 100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4.xml><?xml version="1.0" encoding="utf-8"?>
<a:theme xmlns:a="http://schemas.openxmlformats.org/drawingml/2006/main" name="1_Template_Accenture">
  <a:themeElements>
    <a:clrScheme name="CONSULTING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 Proposals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5.xml><?xml version="1.0" encoding="utf-8"?>
<a:theme xmlns:a="http://schemas.openxmlformats.org/drawingml/2006/main" name="One Europe Rising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Benutzerdefiniert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tIns="91440" bIns="91440" rtlCol="0" anchor="ctr"/>
      <a:lstStyle>
        <a:defPPr algn="ctr">
          <a:defRPr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6.xml><?xml version="1.0" encoding="utf-8"?>
<a:theme xmlns:a="http://schemas.openxmlformats.org/drawingml/2006/main" name="OK_Use this">
  <a:themeElements>
    <a:clrScheme name="ACN 2022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Benutzerdefiniert 69">
      <a:majorFont>
        <a:latin typeface="Graphik Semibold"/>
        <a:ea typeface=""/>
        <a:cs typeface=""/>
      </a:majorFont>
      <a:minorFont>
        <a:latin typeface="Graphik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7.xml><?xml version="1.0" encoding="utf-8"?>
<a:theme xmlns:a="http://schemas.openxmlformats.org/drawingml/2006/main" name="00_MASTER_AzVector - USE THIS">
  <a:themeElements>
    <a:clrScheme name="Allianz Corporate">
      <a:dk1>
        <a:srgbClr val="0D0409"/>
      </a:dk1>
      <a:lt1>
        <a:srgbClr val="FFFFFF"/>
      </a:lt1>
      <a:dk2>
        <a:srgbClr val="122B54"/>
      </a:dk2>
      <a:lt2>
        <a:srgbClr val="006192"/>
      </a:lt2>
      <a:accent1>
        <a:srgbClr val="007AB3"/>
      </a:accent1>
      <a:accent2>
        <a:srgbClr val="15A3D3"/>
      </a:accent2>
      <a:accent3>
        <a:srgbClr val="B1D8E4"/>
      </a:accent3>
      <a:accent4>
        <a:srgbClr val="DFEFF2"/>
      </a:accent4>
      <a:accent5>
        <a:srgbClr val="00908D"/>
      </a:accent5>
      <a:accent6>
        <a:srgbClr val="5FCD8A"/>
      </a:accent6>
      <a:hlink>
        <a:srgbClr val="007AB3"/>
      </a:hlink>
      <a:folHlink>
        <a:srgbClr val="B1D8E4"/>
      </a:folHlink>
    </a:clrScheme>
    <a:fontScheme name="Graphik">
      <a:majorFont>
        <a:latin typeface="Allianz Neo Regular"/>
        <a:ea typeface=""/>
        <a:cs typeface=""/>
      </a:majorFont>
      <a:minorFont>
        <a:latin typeface="Allianz Neo Regular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3175">
          <a:miter lim="400000"/>
        </a:ln>
        <a:extLst>
          <a:ext uri="{C572A759-6A51-4108-AA02-DFA0A04FC94B}">
            <ma14:wrappingTextBoxFlag xmlns:r="http://schemas.openxmlformats.org/officeDocument/2006/relationships" xmlns:m="http://schemas.openxmlformats.org/officeDocument/2006/math" xmlns:a14="http://schemas.microsoft.com/office/drawing/2010/main" xmlns:ma14="http://schemas.microsoft.com/office/mac/drawingml/2011/main" xmlns="" xmlns:p="http://schemas.openxmlformats.org/presentationml/2006/main" val="1"/>
          </a:ext>
        </a:extLst>
      </a:spPr>
      <a:bodyPr lIns="0" tIns="0" rIns="0" bIns="0" rtlCol="0" anchor="ctr"/>
      <a:lstStyle>
        <a:defPPr marL="0" marR="0" indent="0" algn="l" defTabSz="410765" rtl="0" eaLnBrk="1" fontAlgn="auto" latinLnBrk="0" hangingPunct="0">
          <a:lnSpc>
            <a:spcPct val="90000"/>
          </a:lnSpc>
          <a:spcBef>
            <a:spcPts val="3600"/>
          </a:spcBef>
          <a:spcAft>
            <a:spcPts val="0"/>
          </a:spcAft>
          <a:buClrTx/>
          <a:buSzTx/>
          <a:buFontTx/>
          <a:buNone/>
          <a:tabLst/>
          <a:defRPr kumimoji="0" sz="100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Allianz Neo Regular" panose="020B0504020203020204" pitchFamily="34" charset="77"/>
            <a:sym typeface="Graphik Semibold"/>
          </a:defRPr>
        </a:defPPr>
      </a:lstStyle>
    </a:spDef>
    <a:lnDef>
      <a:spPr>
        <a:noFill/>
        <a:ln w="38100" cap="rnd">
          <a:solidFill>
            <a:srgbClr val="460073"/>
          </a:solidFill>
          <a:custDash>
            <a:ds d="100000" sp="200000"/>
          </a:custDash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algn="l" defTabSz="1218910" hangingPunct="1">
          <a:spcBef>
            <a:spcPts val="0"/>
          </a:spcBef>
          <a:spcAft>
            <a:spcPts val="1200"/>
          </a:spcAft>
          <a:defRPr kern="120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1_Accenture GenoBanks">
  <a:themeElements>
    <a:clrScheme name="GenoBanks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Benutzerdefiniert 12">
      <a:majorFont>
        <a:latin typeface="Graphik Semibold"/>
        <a:ea typeface=""/>
        <a:cs typeface=""/>
      </a:majorFont>
      <a:minorFont>
        <a:latin typeface="Graphik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a:spPr>
      <a:bodyPr tIns="91440" bIns="91440" rtlCol="0" anchor="t"/>
      <a:lstStyle>
        <a:defPPr algn="l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LightandSimple_03" id="{724C906B-8EDA-364E-B29F-C5042F57C8BE}" vid="{470A5F27-151F-8640-AA22-C65370EC00F1}"/>
    </a:ext>
  </a:extLst>
</a:theme>
</file>

<file path=ppt/theme/theme9.xml><?xml version="1.0" encoding="utf-8"?>
<a:theme xmlns:a="http://schemas.openxmlformats.org/drawingml/2006/main" name="1_Accenture Consulting Template 16x9">
  <a:themeElements>
    <a:clrScheme name="Consulting Health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460073"/>
      </a:accent1>
      <a:accent2>
        <a:srgbClr val="7500C0"/>
      </a:accent2>
      <a:accent3>
        <a:srgbClr val="A100FF"/>
      </a:accent3>
      <a:accent4>
        <a:srgbClr val="5A5A5A"/>
      </a:accent4>
      <a:accent5>
        <a:srgbClr val="969696"/>
      </a:accent5>
      <a:accent6>
        <a:srgbClr val="BEBEBE"/>
      </a:accent6>
      <a:hlink>
        <a:srgbClr val="A100FF"/>
      </a:hlink>
      <a:folHlink>
        <a:srgbClr val="BEBEBE"/>
      </a:folHlink>
    </a:clrScheme>
    <a:fontScheme name="Custom 100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10.xml><?xml version="1.0" encoding="utf-8"?>
<a:theme xmlns:a="http://schemas.openxmlformats.org/drawingml/2006/main" name="Master">
  <a:themeElements>
    <a:clrScheme name="Benutzerdefiniert 19">
      <a:dk1>
        <a:sysClr val="windowText" lastClr="000000"/>
      </a:dk1>
      <a:lt1>
        <a:sysClr val="window" lastClr="FFFFFF"/>
      </a:lt1>
      <a:dk2>
        <a:srgbClr val="BEBEBE"/>
      </a:dk2>
      <a:lt2>
        <a:srgbClr val="5A5A5A"/>
      </a:lt2>
      <a:accent1>
        <a:srgbClr val="A100FF"/>
      </a:accent1>
      <a:accent2>
        <a:srgbClr val="7500C0"/>
      </a:accent2>
      <a:accent3>
        <a:srgbClr val="460073"/>
      </a:accent3>
      <a:accent4>
        <a:srgbClr val="52B03A"/>
      </a:accent4>
      <a:accent5>
        <a:srgbClr val="006729"/>
      </a:accent5>
      <a:accent6>
        <a:srgbClr val="2D2D2D"/>
      </a:accent6>
      <a:hlink>
        <a:srgbClr val="006729"/>
      </a:hlink>
      <a:folHlink>
        <a:srgbClr val="52B03A"/>
      </a:folHlink>
    </a:clrScheme>
    <a:fontScheme name="Benutzerdefiniert 24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accent5"/>
          </a:solidFill>
        </a:ln>
      </a:spPr>
      <a:bodyPr/>
      <a:lstStyle/>
      <a:style>
        <a:lnRef idx="3">
          <a:schemeClr val="accent5"/>
        </a:lnRef>
        <a:fillRef idx="0">
          <a:schemeClr val="accent5"/>
        </a:fillRef>
        <a:effectRef idx="2">
          <a:schemeClr val="accent5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1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7156988997D647AB2A8ED98D8A9125" ma:contentTypeVersion="4" ma:contentTypeDescription="Create a new document." ma:contentTypeScope="" ma:versionID="14fd79a01f884273b2606ffacaa94f7e">
  <xsd:schema xmlns:xsd="http://www.w3.org/2001/XMLSchema" xmlns:xs="http://www.w3.org/2001/XMLSchema" xmlns:p="http://schemas.microsoft.com/office/2006/metadata/properties" xmlns:ns2="fe7f9da9-e038-4cfa-af73-4ab15e06212f" targetNamespace="http://schemas.microsoft.com/office/2006/metadata/properties" ma:root="true" ma:fieldsID="bb8dd2a2ce9a1bec879010b62c3218e4" ns2:_="">
    <xsd:import namespace="fe7f9da9-e038-4cfa-af73-4ab15e062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7f9da9-e038-4cfa-af73-4ab15e062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E2B88A-2A2E-4E12-B884-F8B03A4162A2}">
  <ds:schemaRefs>
    <ds:schemaRef ds:uri="fe7f9da9-e038-4cfa-af73-4ab15e06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0E3FFC-3280-4557-A636-1801D5B43EB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329</Words>
  <Application>Microsoft Macintosh PowerPoint</Application>
  <PresentationFormat>Widescreen</PresentationFormat>
  <Paragraphs>133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29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51" baseType="lpstr">
      <vt:lpstr>Allianz Neo Bold</vt:lpstr>
      <vt:lpstr>Allianz Neo Light</vt:lpstr>
      <vt:lpstr>Allianz Neo Regular</vt:lpstr>
      <vt:lpstr>Allianz Neo SemiBold</vt:lpstr>
      <vt:lpstr>Arial</vt:lpstr>
      <vt:lpstr>Arial Black</vt:lpstr>
      <vt:lpstr>Arial Bold</vt:lpstr>
      <vt:lpstr>Calibri</vt:lpstr>
      <vt:lpstr>DM Sans</vt:lpstr>
      <vt:lpstr>DM Sans ExtraBold</vt:lpstr>
      <vt:lpstr>Graphik</vt:lpstr>
      <vt:lpstr>Graphik Black</vt:lpstr>
      <vt:lpstr>Graphik Bold</vt:lpstr>
      <vt:lpstr>Graphik Extralight</vt:lpstr>
      <vt:lpstr>Graphik Light</vt:lpstr>
      <vt:lpstr>Graphik Medium</vt:lpstr>
      <vt:lpstr>Graphik Regular</vt:lpstr>
      <vt:lpstr>Graphik Semibold</vt:lpstr>
      <vt:lpstr>Graphik-Light</vt:lpstr>
      <vt:lpstr>Graphik-Medium</vt:lpstr>
      <vt:lpstr>Graphik-SemiboldItalic</vt:lpstr>
      <vt:lpstr>GT Sectra Fine Rg</vt:lpstr>
      <vt:lpstr>Neue Haas Grotesk Text Pro</vt:lpstr>
      <vt:lpstr>Open Sans</vt:lpstr>
      <vt:lpstr>Segoe UI</vt:lpstr>
      <vt:lpstr>Segoe UI Semibold</vt:lpstr>
      <vt:lpstr>Symbol</vt:lpstr>
      <vt:lpstr>System Font</vt:lpstr>
      <vt:lpstr>Wingdings</vt:lpstr>
      <vt:lpstr>1_USE THIS </vt:lpstr>
      <vt:lpstr>Givaudan</vt:lpstr>
      <vt:lpstr>Accenture Consulting Template 16x9</vt:lpstr>
      <vt:lpstr>1_Template_Accenture</vt:lpstr>
      <vt:lpstr>One Europe Rising</vt:lpstr>
      <vt:lpstr>OK_Use this</vt:lpstr>
      <vt:lpstr>00_MASTER_AzVector - USE THIS</vt:lpstr>
      <vt:lpstr>1_Accenture GenoBanks</vt:lpstr>
      <vt:lpstr>1_Accenture Consulting Template 16x9</vt:lpstr>
      <vt:lpstr>Master</vt:lpstr>
      <vt:lpstr>think-cell Slide</vt:lpstr>
      <vt:lpstr>Demo - “We need IBAN validation”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Bultmann, Paul -.</cp:lastModifiedBy>
  <cp:revision>1</cp:revision>
  <dcterms:created xsi:type="dcterms:W3CDTF">2026-02-27T10:36:34Z</dcterms:created>
  <dcterms:modified xsi:type="dcterms:W3CDTF">2026-05-18T03:00:50Z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TriggerFlowInfo">
    <vt:lpwstr/>
  </property>
  <property fmtid="{D5CDD505-2E9C-101B-9397-08002B2CF9AE}" pid="4" name="TemplateUrl">
    <vt:lpwstr/>
  </property>
  <property fmtid="{D5CDD505-2E9C-101B-9397-08002B2CF9AE}" pid="5" name="_ExtendedDescription">
    <vt:lpwstr/>
  </property>
  <property fmtid="{D5CDD505-2E9C-101B-9397-08002B2CF9AE}" pid="6" name="MediaServiceImageTags">
    <vt:lpwstr/>
  </property>
  <property fmtid="{D5CDD505-2E9C-101B-9397-08002B2CF9AE}" pid="7" name="xd_Signature">
    <vt:lpwstr/>
  </property>
  <property fmtid="{D5CDD505-2E9C-101B-9397-08002B2CF9AE}" pid="8" name="xd_ProgID">
    <vt:lpwstr/>
  </property>
  <property fmtid="{D5CDD505-2E9C-101B-9397-08002B2CF9AE}" pid="9" name="ContentTypeId">
    <vt:lpwstr>0x010100C57156988997D647AB2A8ED98D8A9125</vt:lpwstr>
  </property>
  <property fmtid="{D5CDD505-2E9C-101B-9397-08002B2CF9AE}" pid="10" name="SharedWithUsers">
    <vt:lpwstr>17;#Wagner, Stephan</vt:lpwstr>
  </property>
  <property fmtid="{D5CDD505-2E9C-101B-9397-08002B2CF9AE}" pid="11" name="Order">
    <vt:lpwstr>17100.0000000000</vt:lpwstr>
  </property>
</Properties>
</file>